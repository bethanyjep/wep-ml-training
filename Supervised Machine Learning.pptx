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FEA05-24CE-4508-8928-8F224FCF4F77}" v="15" dt="2022-04-18T12:43:53.590"/>
    <p1510:client id="{D391CF14-D6CD-ECC1-94C4-80B2B27F5622}" v="146" dt="2022-04-19T06:57:23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6A53D-38C2-4E18-82D3-6305769BEA4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3614FD-922D-4F2F-8FDB-E224FDBDF82E}">
      <dgm:prSet/>
      <dgm:spPr/>
      <dgm:t>
        <a:bodyPr/>
        <a:lstStyle/>
        <a:p>
          <a:r>
            <a:rPr lang="en-US"/>
            <a:t>Understand the problem</a:t>
          </a:r>
        </a:p>
      </dgm:t>
    </dgm:pt>
    <dgm:pt modelId="{C5C7D0D4-AD09-40B4-A695-BC825338C127}" type="parTrans" cxnId="{CE8CDE7D-2B21-4D6D-B436-DF8BF0D98073}">
      <dgm:prSet/>
      <dgm:spPr/>
      <dgm:t>
        <a:bodyPr/>
        <a:lstStyle/>
        <a:p>
          <a:endParaRPr lang="en-US"/>
        </a:p>
      </dgm:t>
    </dgm:pt>
    <dgm:pt modelId="{15E5A1D0-550D-478D-BCA2-7F1DD00CC418}" type="sibTrans" cxnId="{CE8CDE7D-2B21-4D6D-B436-DF8BF0D98073}">
      <dgm:prSet/>
      <dgm:spPr/>
      <dgm:t>
        <a:bodyPr/>
        <a:lstStyle/>
        <a:p>
          <a:endParaRPr lang="en-US"/>
        </a:p>
      </dgm:t>
    </dgm:pt>
    <dgm:pt modelId="{06BFC467-507B-4A5C-974E-992D128A6DC0}">
      <dgm:prSet/>
      <dgm:spPr/>
      <dgm:t>
        <a:bodyPr/>
        <a:lstStyle/>
        <a:p>
          <a:r>
            <a:rPr lang="en-US"/>
            <a:t>Collect and Prepare data</a:t>
          </a:r>
        </a:p>
      </dgm:t>
    </dgm:pt>
    <dgm:pt modelId="{E585C32F-E6B5-436E-89A5-88D5CA2EB44D}" type="parTrans" cxnId="{FA6A0E9D-83A0-4999-B7FC-22AC0F5E6701}">
      <dgm:prSet/>
      <dgm:spPr/>
      <dgm:t>
        <a:bodyPr/>
        <a:lstStyle/>
        <a:p>
          <a:endParaRPr lang="en-US"/>
        </a:p>
      </dgm:t>
    </dgm:pt>
    <dgm:pt modelId="{CD2E6B4C-13F5-41EF-AF40-13FEDC539F99}" type="sibTrans" cxnId="{FA6A0E9D-83A0-4999-B7FC-22AC0F5E6701}">
      <dgm:prSet/>
      <dgm:spPr/>
      <dgm:t>
        <a:bodyPr/>
        <a:lstStyle/>
        <a:p>
          <a:endParaRPr lang="en-US"/>
        </a:p>
      </dgm:t>
    </dgm:pt>
    <dgm:pt modelId="{93E9E76E-FE73-4268-AF57-A99F1B118B92}">
      <dgm:prSet/>
      <dgm:spPr/>
      <dgm:t>
        <a:bodyPr/>
        <a:lstStyle/>
        <a:p>
          <a:r>
            <a:rPr lang="en-US"/>
            <a:t>Choose a training method</a:t>
          </a:r>
        </a:p>
      </dgm:t>
    </dgm:pt>
    <dgm:pt modelId="{07765C2D-5CEB-4D1E-9F59-77F1B34BEFB7}" type="parTrans" cxnId="{33E6494B-DD1A-49AC-B409-B61F81B08857}">
      <dgm:prSet/>
      <dgm:spPr/>
      <dgm:t>
        <a:bodyPr/>
        <a:lstStyle/>
        <a:p>
          <a:endParaRPr lang="en-US"/>
        </a:p>
      </dgm:t>
    </dgm:pt>
    <dgm:pt modelId="{CA77BAF2-EEDF-4BE8-B042-3AC5B4CCDDFE}" type="sibTrans" cxnId="{33E6494B-DD1A-49AC-B409-B61F81B08857}">
      <dgm:prSet/>
      <dgm:spPr/>
      <dgm:t>
        <a:bodyPr/>
        <a:lstStyle/>
        <a:p>
          <a:endParaRPr lang="en-US"/>
        </a:p>
      </dgm:t>
    </dgm:pt>
    <dgm:pt modelId="{692184C6-825D-4BC8-BFA0-8CF0B3158A19}">
      <dgm:prSet/>
      <dgm:spPr/>
      <dgm:t>
        <a:bodyPr/>
        <a:lstStyle/>
        <a:p>
          <a:r>
            <a:rPr lang="en-US"/>
            <a:t>Train your model</a:t>
          </a:r>
        </a:p>
      </dgm:t>
    </dgm:pt>
    <dgm:pt modelId="{4E1F585A-5DDF-436F-932A-D281B8DA6C8E}" type="parTrans" cxnId="{DBD3B94D-06AE-4A2E-BFE0-F87B5CC1ED93}">
      <dgm:prSet/>
      <dgm:spPr/>
      <dgm:t>
        <a:bodyPr/>
        <a:lstStyle/>
        <a:p>
          <a:endParaRPr lang="en-US"/>
        </a:p>
      </dgm:t>
    </dgm:pt>
    <dgm:pt modelId="{AB7A4388-3408-4B7B-A142-0B4A85AA2E96}" type="sibTrans" cxnId="{DBD3B94D-06AE-4A2E-BFE0-F87B5CC1ED93}">
      <dgm:prSet/>
      <dgm:spPr/>
      <dgm:t>
        <a:bodyPr/>
        <a:lstStyle/>
        <a:p>
          <a:endParaRPr lang="en-US"/>
        </a:p>
      </dgm:t>
    </dgm:pt>
    <dgm:pt modelId="{6BF320B9-F37E-468A-950A-09A4383D7A75}">
      <dgm:prSet/>
      <dgm:spPr/>
      <dgm:t>
        <a:bodyPr/>
        <a:lstStyle/>
        <a:p>
          <a:r>
            <a:rPr lang="en-US"/>
            <a:t>Evaluate the model</a:t>
          </a:r>
        </a:p>
      </dgm:t>
    </dgm:pt>
    <dgm:pt modelId="{181DC8D4-F125-4741-9A47-D70556DB06DD}" type="parTrans" cxnId="{E9825455-426C-4D83-83CA-C9B6BE695C7D}">
      <dgm:prSet/>
      <dgm:spPr/>
      <dgm:t>
        <a:bodyPr/>
        <a:lstStyle/>
        <a:p>
          <a:endParaRPr lang="en-US"/>
        </a:p>
      </dgm:t>
    </dgm:pt>
    <dgm:pt modelId="{6089E5F5-C66A-4417-8974-B071CE174104}" type="sibTrans" cxnId="{E9825455-426C-4D83-83CA-C9B6BE695C7D}">
      <dgm:prSet/>
      <dgm:spPr/>
      <dgm:t>
        <a:bodyPr/>
        <a:lstStyle/>
        <a:p>
          <a:endParaRPr lang="en-US"/>
        </a:p>
      </dgm:t>
    </dgm:pt>
    <dgm:pt modelId="{8C60F7A0-41F2-4224-B15B-D971EC559D51}">
      <dgm:prSet/>
      <dgm:spPr/>
      <dgm:t>
        <a:bodyPr/>
        <a:lstStyle/>
        <a:p>
          <a:r>
            <a:rPr lang="en-US"/>
            <a:t>Parameter tuning</a:t>
          </a:r>
        </a:p>
      </dgm:t>
    </dgm:pt>
    <dgm:pt modelId="{CCD7C2C7-76AC-44AA-9008-0AB09DAE615E}" type="parTrans" cxnId="{F6955BB3-369E-454D-828E-05F5E183F474}">
      <dgm:prSet/>
      <dgm:spPr/>
      <dgm:t>
        <a:bodyPr/>
        <a:lstStyle/>
        <a:p>
          <a:endParaRPr lang="en-US"/>
        </a:p>
      </dgm:t>
    </dgm:pt>
    <dgm:pt modelId="{ED92869D-00E7-4FB6-8778-C9ED3E5FA890}" type="sibTrans" cxnId="{F6955BB3-369E-454D-828E-05F5E183F474}">
      <dgm:prSet/>
      <dgm:spPr/>
      <dgm:t>
        <a:bodyPr/>
        <a:lstStyle/>
        <a:p>
          <a:endParaRPr lang="en-US"/>
        </a:p>
      </dgm:t>
    </dgm:pt>
    <dgm:pt modelId="{3E7A8269-E78D-43F5-8370-1C38691E5E03}">
      <dgm:prSet/>
      <dgm:spPr/>
      <dgm:t>
        <a:bodyPr/>
        <a:lstStyle/>
        <a:p>
          <a:r>
            <a:rPr lang="en-US"/>
            <a:t>Predict</a:t>
          </a:r>
        </a:p>
      </dgm:t>
    </dgm:pt>
    <dgm:pt modelId="{38028CC1-9CDF-46F3-A322-3632B4511810}" type="parTrans" cxnId="{4AC74876-CE90-4AD5-A8AA-353733FC57C2}">
      <dgm:prSet/>
      <dgm:spPr/>
      <dgm:t>
        <a:bodyPr/>
        <a:lstStyle/>
        <a:p>
          <a:endParaRPr lang="en-US"/>
        </a:p>
      </dgm:t>
    </dgm:pt>
    <dgm:pt modelId="{7D6DB88E-3F2B-4A9D-8462-B37843D4CF6A}" type="sibTrans" cxnId="{4AC74876-CE90-4AD5-A8AA-353733FC57C2}">
      <dgm:prSet/>
      <dgm:spPr/>
      <dgm:t>
        <a:bodyPr/>
        <a:lstStyle/>
        <a:p>
          <a:endParaRPr lang="en-US"/>
        </a:p>
      </dgm:t>
    </dgm:pt>
    <dgm:pt modelId="{0DD0B4FE-E24B-465E-8F98-09B9E4A12764}" type="pres">
      <dgm:prSet presAssocID="{4C06A53D-38C2-4E18-82D3-6305769BEA4D}" presName="Name0" presStyleCnt="0">
        <dgm:presLayoutVars>
          <dgm:dir/>
          <dgm:resizeHandles val="exact"/>
        </dgm:presLayoutVars>
      </dgm:prSet>
      <dgm:spPr/>
    </dgm:pt>
    <dgm:pt modelId="{1D556C8C-8ECA-4CB1-8389-C73CF0121175}" type="pres">
      <dgm:prSet presAssocID="{293614FD-922D-4F2F-8FDB-E224FDBDF82E}" presName="node" presStyleLbl="node1" presStyleIdx="0" presStyleCnt="7">
        <dgm:presLayoutVars>
          <dgm:bulletEnabled val="1"/>
        </dgm:presLayoutVars>
      </dgm:prSet>
      <dgm:spPr/>
    </dgm:pt>
    <dgm:pt modelId="{1EC04997-5AFB-417C-BCD8-2B969632EECA}" type="pres">
      <dgm:prSet presAssocID="{15E5A1D0-550D-478D-BCA2-7F1DD00CC418}" presName="sibTrans" presStyleLbl="sibTrans1D1" presStyleIdx="0" presStyleCnt="6"/>
      <dgm:spPr/>
    </dgm:pt>
    <dgm:pt modelId="{6C618EA1-CC1C-4897-8F6C-C92E936400C6}" type="pres">
      <dgm:prSet presAssocID="{15E5A1D0-550D-478D-BCA2-7F1DD00CC418}" presName="connectorText" presStyleLbl="sibTrans1D1" presStyleIdx="0" presStyleCnt="6"/>
      <dgm:spPr/>
    </dgm:pt>
    <dgm:pt modelId="{23C79369-7B1C-4D75-B5BF-3E29287F678B}" type="pres">
      <dgm:prSet presAssocID="{06BFC467-507B-4A5C-974E-992D128A6DC0}" presName="node" presStyleLbl="node1" presStyleIdx="1" presStyleCnt="7">
        <dgm:presLayoutVars>
          <dgm:bulletEnabled val="1"/>
        </dgm:presLayoutVars>
      </dgm:prSet>
      <dgm:spPr/>
    </dgm:pt>
    <dgm:pt modelId="{EB4FDB93-F7A7-4A36-BDDE-1FF0EF75439B}" type="pres">
      <dgm:prSet presAssocID="{CD2E6B4C-13F5-41EF-AF40-13FEDC539F99}" presName="sibTrans" presStyleLbl="sibTrans1D1" presStyleIdx="1" presStyleCnt="6"/>
      <dgm:spPr/>
    </dgm:pt>
    <dgm:pt modelId="{915AEE30-5970-4D6B-BD9D-914D1D796458}" type="pres">
      <dgm:prSet presAssocID="{CD2E6B4C-13F5-41EF-AF40-13FEDC539F99}" presName="connectorText" presStyleLbl="sibTrans1D1" presStyleIdx="1" presStyleCnt="6"/>
      <dgm:spPr/>
    </dgm:pt>
    <dgm:pt modelId="{2C07BDC1-25B6-41FB-8C8E-63BDA8D388DE}" type="pres">
      <dgm:prSet presAssocID="{93E9E76E-FE73-4268-AF57-A99F1B118B92}" presName="node" presStyleLbl="node1" presStyleIdx="2" presStyleCnt="7">
        <dgm:presLayoutVars>
          <dgm:bulletEnabled val="1"/>
        </dgm:presLayoutVars>
      </dgm:prSet>
      <dgm:spPr/>
    </dgm:pt>
    <dgm:pt modelId="{5E45C6B5-3A9C-43C3-848D-D137E25A80BF}" type="pres">
      <dgm:prSet presAssocID="{CA77BAF2-EEDF-4BE8-B042-3AC5B4CCDDFE}" presName="sibTrans" presStyleLbl="sibTrans1D1" presStyleIdx="2" presStyleCnt="6"/>
      <dgm:spPr/>
    </dgm:pt>
    <dgm:pt modelId="{FEA2B2EB-775E-44D0-8727-35E25E965DA0}" type="pres">
      <dgm:prSet presAssocID="{CA77BAF2-EEDF-4BE8-B042-3AC5B4CCDDFE}" presName="connectorText" presStyleLbl="sibTrans1D1" presStyleIdx="2" presStyleCnt="6"/>
      <dgm:spPr/>
    </dgm:pt>
    <dgm:pt modelId="{EC88B1DF-E7F3-4FF3-8785-9E50D894895C}" type="pres">
      <dgm:prSet presAssocID="{692184C6-825D-4BC8-BFA0-8CF0B3158A19}" presName="node" presStyleLbl="node1" presStyleIdx="3" presStyleCnt="7">
        <dgm:presLayoutVars>
          <dgm:bulletEnabled val="1"/>
        </dgm:presLayoutVars>
      </dgm:prSet>
      <dgm:spPr/>
    </dgm:pt>
    <dgm:pt modelId="{9683CC0A-5147-4C96-B5E3-0662C5F4F6B8}" type="pres">
      <dgm:prSet presAssocID="{AB7A4388-3408-4B7B-A142-0B4A85AA2E96}" presName="sibTrans" presStyleLbl="sibTrans1D1" presStyleIdx="3" presStyleCnt="6"/>
      <dgm:spPr/>
    </dgm:pt>
    <dgm:pt modelId="{FE0537A3-9145-41D5-B85F-7055F0C40099}" type="pres">
      <dgm:prSet presAssocID="{AB7A4388-3408-4B7B-A142-0B4A85AA2E96}" presName="connectorText" presStyleLbl="sibTrans1D1" presStyleIdx="3" presStyleCnt="6"/>
      <dgm:spPr/>
    </dgm:pt>
    <dgm:pt modelId="{B53AE5C1-7E4D-4FE0-98D1-AF3A48C4A557}" type="pres">
      <dgm:prSet presAssocID="{6BF320B9-F37E-468A-950A-09A4383D7A75}" presName="node" presStyleLbl="node1" presStyleIdx="4" presStyleCnt="7">
        <dgm:presLayoutVars>
          <dgm:bulletEnabled val="1"/>
        </dgm:presLayoutVars>
      </dgm:prSet>
      <dgm:spPr/>
    </dgm:pt>
    <dgm:pt modelId="{4C858ED6-B2C2-4E61-AA02-739C0418096A}" type="pres">
      <dgm:prSet presAssocID="{6089E5F5-C66A-4417-8974-B071CE174104}" presName="sibTrans" presStyleLbl="sibTrans1D1" presStyleIdx="4" presStyleCnt="6"/>
      <dgm:spPr/>
    </dgm:pt>
    <dgm:pt modelId="{6B799C8E-1229-42D1-94F2-844C982C4D42}" type="pres">
      <dgm:prSet presAssocID="{6089E5F5-C66A-4417-8974-B071CE174104}" presName="connectorText" presStyleLbl="sibTrans1D1" presStyleIdx="4" presStyleCnt="6"/>
      <dgm:spPr/>
    </dgm:pt>
    <dgm:pt modelId="{622018BB-44B2-4848-902F-44401E584110}" type="pres">
      <dgm:prSet presAssocID="{8C60F7A0-41F2-4224-B15B-D971EC559D51}" presName="node" presStyleLbl="node1" presStyleIdx="5" presStyleCnt="7">
        <dgm:presLayoutVars>
          <dgm:bulletEnabled val="1"/>
        </dgm:presLayoutVars>
      </dgm:prSet>
      <dgm:spPr/>
    </dgm:pt>
    <dgm:pt modelId="{BE38393C-19E9-4780-A9E5-094F174D330A}" type="pres">
      <dgm:prSet presAssocID="{ED92869D-00E7-4FB6-8778-C9ED3E5FA890}" presName="sibTrans" presStyleLbl="sibTrans1D1" presStyleIdx="5" presStyleCnt="6"/>
      <dgm:spPr/>
    </dgm:pt>
    <dgm:pt modelId="{C19D6DD9-41A3-4D5A-AEFD-578E99452ED2}" type="pres">
      <dgm:prSet presAssocID="{ED92869D-00E7-4FB6-8778-C9ED3E5FA890}" presName="connectorText" presStyleLbl="sibTrans1D1" presStyleIdx="5" presStyleCnt="6"/>
      <dgm:spPr/>
    </dgm:pt>
    <dgm:pt modelId="{AC7823DD-CB9F-49DF-8908-3EDE81986D6C}" type="pres">
      <dgm:prSet presAssocID="{3E7A8269-E78D-43F5-8370-1C38691E5E03}" presName="node" presStyleLbl="node1" presStyleIdx="6" presStyleCnt="7">
        <dgm:presLayoutVars>
          <dgm:bulletEnabled val="1"/>
        </dgm:presLayoutVars>
      </dgm:prSet>
      <dgm:spPr/>
    </dgm:pt>
  </dgm:ptLst>
  <dgm:cxnLst>
    <dgm:cxn modelId="{3AD04214-DA9F-4569-8AAD-C7E235546EE2}" type="presOf" srcId="{ED92869D-00E7-4FB6-8778-C9ED3E5FA890}" destId="{BE38393C-19E9-4780-A9E5-094F174D330A}" srcOrd="0" destOrd="0" presId="urn:microsoft.com/office/officeart/2016/7/layout/RepeatingBendingProcessNew"/>
    <dgm:cxn modelId="{D768842B-63E6-4BC5-8093-5D587DAE9A63}" type="presOf" srcId="{6089E5F5-C66A-4417-8974-B071CE174104}" destId="{6B799C8E-1229-42D1-94F2-844C982C4D42}" srcOrd="1" destOrd="0" presId="urn:microsoft.com/office/officeart/2016/7/layout/RepeatingBendingProcessNew"/>
    <dgm:cxn modelId="{4C6B9832-257F-41DA-AECC-A54E77719262}" type="presOf" srcId="{93E9E76E-FE73-4268-AF57-A99F1B118B92}" destId="{2C07BDC1-25B6-41FB-8C8E-63BDA8D388DE}" srcOrd="0" destOrd="0" presId="urn:microsoft.com/office/officeart/2016/7/layout/RepeatingBendingProcessNew"/>
    <dgm:cxn modelId="{916CCF32-D0F6-43ED-8C12-0AA1F52F5237}" type="presOf" srcId="{06BFC467-507B-4A5C-974E-992D128A6DC0}" destId="{23C79369-7B1C-4D75-B5BF-3E29287F678B}" srcOrd="0" destOrd="0" presId="urn:microsoft.com/office/officeart/2016/7/layout/RepeatingBendingProcessNew"/>
    <dgm:cxn modelId="{ACA13D5E-13E8-4F50-9011-0330A6C26D55}" type="presOf" srcId="{CD2E6B4C-13F5-41EF-AF40-13FEDC539F99}" destId="{EB4FDB93-F7A7-4A36-BDDE-1FF0EF75439B}" srcOrd="0" destOrd="0" presId="urn:microsoft.com/office/officeart/2016/7/layout/RepeatingBendingProcessNew"/>
    <dgm:cxn modelId="{45861747-A5ED-4685-A482-EB4B39C0F1DB}" type="presOf" srcId="{AB7A4388-3408-4B7B-A142-0B4A85AA2E96}" destId="{9683CC0A-5147-4C96-B5E3-0662C5F4F6B8}" srcOrd="0" destOrd="0" presId="urn:microsoft.com/office/officeart/2016/7/layout/RepeatingBendingProcessNew"/>
    <dgm:cxn modelId="{9BBBC548-933D-4100-A53F-A18BCA9707E8}" type="presOf" srcId="{CA77BAF2-EEDF-4BE8-B042-3AC5B4CCDDFE}" destId="{5E45C6B5-3A9C-43C3-848D-D137E25A80BF}" srcOrd="0" destOrd="0" presId="urn:microsoft.com/office/officeart/2016/7/layout/RepeatingBendingProcessNew"/>
    <dgm:cxn modelId="{33E6494B-DD1A-49AC-B409-B61F81B08857}" srcId="{4C06A53D-38C2-4E18-82D3-6305769BEA4D}" destId="{93E9E76E-FE73-4268-AF57-A99F1B118B92}" srcOrd="2" destOrd="0" parTransId="{07765C2D-5CEB-4D1E-9F59-77F1B34BEFB7}" sibTransId="{CA77BAF2-EEDF-4BE8-B042-3AC5B4CCDDFE}"/>
    <dgm:cxn modelId="{DBD3B94D-06AE-4A2E-BFE0-F87B5CC1ED93}" srcId="{4C06A53D-38C2-4E18-82D3-6305769BEA4D}" destId="{692184C6-825D-4BC8-BFA0-8CF0B3158A19}" srcOrd="3" destOrd="0" parTransId="{4E1F585A-5DDF-436F-932A-D281B8DA6C8E}" sibTransId="{AB7A4388-3408-4B7B-A142-0B4A85AA2E96}"/>
    <dgm:cxn modelId="{1A21246F-9591-41A4-87AB-5358FD63878B}" type="presOf" srcId="{AB7A4388-3408-4B7B-A142-0B4A85AA2E96}" destId="{FE0537A3-9145-41D5-B85F-7055F0C40099}" srcOrd="1" destOrd="0" presId="urn:microsoft.com/office/officeart/2016/7/layout/RepeatingBendingProcessNew"/>
    <dgm:cxn modelId="{BD680B53-005C-4378-B5EF-41AF7F86EF8C}" type="presOf" srcId="{3E7A8269-E78D-43F5-8370-1C38691E5E03}" destId="{AC7823DD-CB9F-49DF-8908-3EDE81986D6C}" srcOrd="0" destOrd="0" presId="urn:microsoft.com/office/officeart/2016/7/layout/RepeatingBendingProcessNew"/>
    <dgm:cxn modelId="{E9825455-426C-4D83-83CA-C9B6BE695C7D}" srcId="{4C06A53D-38C2-4E18-82D3-6305769BEA4D}" destId="{6BF320B9-F37E-468A-950A-09A4383D7A75}" srcOrd="4" destOrd="0" parTransId="{181DC8D4-F125-4741-9A47-D70556DB06DD}" sibTransId="{6089E5F5-C66A-4417-8974-B071CE174104}"/>
    <dgm:cxn modelId="{4AC74876-CE90-4AD5-A8AA-353733FC57C2}" srcId="{4C06A53D-38C2-4E18-82D3-6305769BEA4D}" destId="{3E7A8269-E78D-43F5-8370-1C38691E5E03}" srcOrd="6" destOrd="0" parTransId="{38028CC1-9CDF-46F3-A322-3632B4511810}" sibTransId="{7D6DB88E-3F2B-4A9D-8462-B37843D4CF6A}"/>
    <dgm:cxn modelId="{CE8CDE7D-2B21-4D6D-B436-DF8BF0D98073}" srcId="{4C06A53D-38C2-4E18-82D3-6305769BEA4D}" destId="{293614FD-922D-4F2F-8FDB-E224FDBDF82E}" srcOrd="0" destOrd="0" parTransId="{C5C7D0D4-AD09-40B4-A695-BC825338C127}" sibTransId="{15E5A1D0-550D-478D-BCA2-7F1DD00CC418}"/>
    <dgm:cxn modelId="{FA6A0E9D-83A0-4999-B7FC-22AC0F5E6701}" srcId="{4C06A53D-38C2-4E18-82D3-6305769BEA4D}" destId="{06BFC467-507B-4A5C-974E-992D128A6DC0}" srcOrd="1" destOrd="0" parTransId="{E585C32F-E6B5-436E-89A5-88D5CA2EB44D}" sibTransId="{CD2E6B4C-13F5-41EF-AF40-13FEDC539F99}"/>
    <dgm:cxn modelId="{2A6B409D-EF65-433A-9D82-D1D8923C6EE9}" type="presOf" srcId="{4C06A53D-38C2-4E18-82D3-6305769BEA4D}" destId="{0DD0B4FE-E24B-465E-8F98-09B9E4A12764}" srcOrd="0" destOrd="0" presId="urn:microsoft.com/office/officeart/2016/7/layout/RepeatingBendingProcessNew"/>
    <dgm:cxn modelId="{B0D3CAA5-0A2C-481F-A7BD-91DFE78DA1D1}" type="presOf" srcId="{692184C6-825D-4BC8-BFA0-8CF0B3158A19}" destId="{EC88B1DF-E7F3-4FF3-8785-9E50D894895C}" srcOrd="0" destOrd="0" presId="urn:microsoft.com/office/officeart/2016/7/layout/RepeatingBendingProcessNew"/>
    <dgm:cxn modelId="{DE4ED4AB-11D0-494A-98F8-413B8CEAD24E}" type="presOf" srcId="{15E5A1D0-550D-478D-BCA2-7F1DD00CC418}" destId="{1EC04997-5AFB-417C-BCD8-2B969632EECA}" srcOrd="0" destOrd="0" presId="urn:microsoft.com/office/officeart/2016/7/layout/RepeatingBendingProcessNew"/>
    <dgm:cxn modelId="{F6955BB3-369E-454D-828E-05F5E183F474}" srcId="{4C06A53D-38C2-4E18-82D3-6305769BEA4D}" destId="{8C60F7A0-41F2-4224-B15B-D971EC559D51}" srcOrd="5" destOrd="0" parTransId="{CCD7C2C7-76AC-44AA-9008-0AB09DAE615E}" sibTransId="{ED92869D-00E7-4FB6-8778-C9ED3E5FA890}"/>
    <dgm:cxn modelId="{59331EB9-3989-4296-AF98-64A37F4C173C}" type="presOf" srcId="{CA77BAF2-EEDF-4BE8-B042-3AC5B4CCDDFE}" destId="{FEA2B2EB-775E-44D0-8727-35E25E965DA0}" srcOrd="1" destOrd="0" presId="urn:microsoft.com/office/officeart/2016/7/layout/RepeatingBendingProcessNew"/>
    <dgm:cxn modelId="{833006CF-36A4-46F6-B18C-2FE20DF58F50}" type="presOf" srcId="{293614FD-922D-4F2F-8FDB-E224FDBDF82E}" destId="{1D556C8C-8ECA-4CB1-8389-C73CF0121175}" srcOrd="0" destOrd="0" presId="urn:microsoft.com/office/officeart/2016/7/layout/RepeatingBendingProcessNew"/>
    <dgm:cxn modelId="{8B24C0D4-9887-42ED-8D17-443C9B4DDFCC}" type="presOf" srcId="{6089E5F5-C66A-4417-8974-B071CE174104}" destId="{4C858ED6-B2C2-4E61-AA02-739C0418096A}" srcOrd="0" destOrd="0" presId="urn:microsoft.com/office/officeart/2016/7/layout/RepeatingBendingProcessNew"/>
    <dgm:cxn modelId="{89D236DB-1EDD-4733-86ED-60A937FEC8F4}" type="presOf" srcId="{ED92869D-00E7-4FB6-8778-C9ED3E5FA890}" destId="{C19D6DD9-41A3-4D5A-AEFD-578E99452ED2}" srcOrd="1" destOrd="0" presId="urn:microsoft.com/office/officeart/2016/7/layout/RepeatingBendingProcessNew"/>
    <dgm:cxn modelId="{E705EFE1-6E2D-490B-B1C4-B9F2F555CCD7}" type="presOf" srcId="{8C60F7A0-41F2-4224-B15B-D971EC559D51}" destId="{622018BB-44B2-4848-902F-44401E584110}" srcOrd="0" destOrd="0" presId="urn:microsoft.com/office/officeart/2016/7/layout/RepeatingBendingProcessNew"/>
    <dgm:cxn modelId="{2CC5C8E8-85F9-43B9-A066-F66780346D0D}" type="presOf" srcId="{6BF320B9-F37E-468A-950A-09A4383D7A75}" destId="{B53AE5C1-7E4D-4FE0-98D1-AF3A48C4A557}" srcOrd="0" destOrd="0" presId="urn:microsoft.com/office/officeart/2016/7/layout/RepeatingBendingProcessNew"/>
    <dgm:cxn modelId="{31F3ECEE-935C-4B19-B768-44AC4C44EAB8}" type="presOf" srcId="{15E5A1D0-550D-478D-BCA2-7F1DD00CC418}" destId="{6C618EA1-CC1C-4897-8F6C-C92E936400C6}" srcOrd="1" destOrd="0" presId="urn:microsoft.com/office/officeart/2016/7/layout/RepeatingBendingProcessNew"/>
    <dgm:cxn modelId="{A553EFF0-46D4-485A-B542-81157C7B9A6F}" type="presOf" srcId="{CD2E6B4C-13F5-41EF-AF40-13FEDC539F99}" destId="{915AEE30-5970-4D6B-BD9D-914D1D796458}" srcOrd="1" destOrd="0" presId="urn:microsoft.com/office/officeart/2016/7/layout/RepeatingBendingProcessNew"/>
    <dgm:cxn modelId="{23695768-D8E3-4427-AEB2-B23EFD21163A}" type="presParOf" srcId="{0DD0B4FE-E24B-465E-8F98-09B9E4A12764}" destId="{1D556C8C-8ECA-4CB1-8389-C73CF0121175}" srcOrd="0" destOrd="0" presId="urn:microsoft.com/office/officeart/2016/7/layout/RepeatingBendingProcessNew"/>
    <dgm:cxn modelId="{27663EBF-90A5-4E1F-B400-9AFBC542B4CA}" type="presParOf" srcId="{0DD0B4FE-E24B-465E-8F98-09B9E4A12764}" destId="{1EC04997-5AFB-417C-BCD8-2B969632EECA}" srcOrd="1" destOrd="0" presId="urn:microsoft.com/office/officeart/2016/7/layout/RepeatingBendingProcessNew"/>
    <dgm:cxn modelId="{B12A7C01-891B-4A48-9395-B21E3432C75B}" type="presParOf" srcId="{1EC04997-5AFB-417C-BCD8-2B969632EECA}" destId="{6C618EA1-CC1C-4897-8F6C-C92E936400C6}" srcOrd="0" destOrd="0" presId="urn:microsoft.com/office/officeart/2016/7/layout/RepeatingBendingProcessNew"/>
    <dgm:cxn modelId="{9EC0FA8D-9335-4AF4-9D33-2336EF35B703}" type="presParOf" srcId="{0DD0B4FE-E24B-465E-8F98-09B9E4A12764}" destId="{23C79369-7B1C-4D75-B5BF-3E29287F678B}" srcOrd="2" destOrd="0" presId="urn:microsoft.com/office/officeart/2016/7/layout/RepeatingBendingProcessNew"/>
    <dgm:cxn modelId="{4613C0D7-3B90-4F15-A7D5-DD827F5BE140}" type="presParOf" srcId="{0DD0B4FE-E24B-465E-8F98-09B9E4A12764}" destId="{EB4FDB93-F7A7-4A36-BDDE-1FF0EF75439B}" srcOrd="3" destOrd="0" presId="urn:microsoft.com/office/officeart/2016/7/layout/RepeatingBendingProcessNew"/>
    <dgm:cxn modelId="{EE0AE569-EB7C-4584-A64A-B181B0E2B004}" type="presParOf" srcId="{EB4FDB93-F7A7-4A36-BDDE-1FF0EF75439B}" destId="{915AEE30-5970-4D6B-BD9D-914D1D796458}" srcOrd="0" destOrd="0" presId="urn:microsoft.com/office/officeart/2016/7/layout/RepeatingBendingProcessNew"/>
    <dgm:cxn modelId="{DEDD229F-AFCD-4EC9-A462-7A5DF4CCE82E}" type="presParOf" srcId="{0DD0B4FE-E24B-465E-8F98-09B9E4A12764}" destId="{2C07BDC1-25B6-41FB-8C8E-63BDA8D388DE}" srcOrd="4" destOrd="0" presId="urn:microsoft.com/office/officeart/2016/7/layout/RepeatingBendingProcessNew"/>
    <dgm:cxn modelId="{2C301304-347D-4140-9846-EDB29F78B10A}" type="presParOf" srcId="{0DD0B4FE-E24B-465E-8F98-09B9E4A12764}" destId="{5E45C6B5-3A9C-43C3-848D-D137E25A80BF}" srcOrd="5" destOrd="0" presId="urn:microsoft.com/office/officeart/2016/7/layout/RepeatingBendingProcessNew"/>
    <dgm:cxn modelId="{6EFB5B1C-9921-4CB9-BFC4-2E9E8F5EA2BF}" type="presParOf" srcId="{5E45C6B5-3A9C-43C3-848D-D137E25A80BF}" destId="{FEA2B2EB-775E-44D0-8727-35E25E965DA0}" srcOrd="0" destOrd="0" presId="urn:microsoft.com/office/officeart/2016/7/layout/RepeatingBendingProcessNew"/>
    <dgm:cxn modelId="{39EC9DCB-36CE-4359-A355-5F9697F87F10}" type="presParOf" srcId="{0DD0B4FE-E24B-465E-8F98-09B9E4A12764}" destId="{EC88B1DF-E7F3-4FF3-8785-9E50D894895C}" srcOrd="6" destOrd="0" presId="urn:microsoft.com/office/officeart/2016/7/layout/RepeatingBendingProcessNew"/>
    <dgm:cxn modelId="{3F3C4C0F-E5ED-4DC3-9F86-475D36D88A2E}" type="presParOf" srcId="{0DD0B4FE-E24B-465E-8F98-09B9E4A12764}" destId="{9683CC0A-5147-4C96-B5E3-0662C5F4F6B8}" srcOrd="7" destOrd="0" presId="urn:microsoft.com/office/officeart/2016/7/layout/RepeatingBendingProcessNew"/>
    <dgm:cxn modelId="{83C73F80-6B72-4FE3-A0BB-B65FD6478E8C}" type="presParOf" srcId="{9683CC0A-5147-4C96-B5E3-0662C5F4F6B8}" destId="{FE0537A3-9145-41D5-B85F-7055F0C40099}" srcOrd="0" destOrd="0" presId="urn:microsoft.com/office/officeart/2016/7/layout/RepeatingBendingProcessNew"/>
    <dgm:cxn modelId="{979A9B48-A360-4F7A-BCAD-1AB885749439}" type="presParOf" srcId="{0DD0B4FE-E24B-465E-8F98-09B9E4A12764}" destId="{B53AE5C1-7E4D-4FE0-98D1-AF3A48C4A557}" srcOrd="8" destOrd="0" presId="urn:microsoft.com/office/officeart/2016/7/layout/RepeatingBendingProcessNew"/>
    <dgm:cxn modelId="{A0EF16C7-A76F-448C-98E3-1388CDF45546}" type="presParOf" srcId="{0DD0B4FE-E24B-465E-8F98-09B9E4A12764}" destId="{4C858ED6-B2C2-4E61-AA02-739C0418096A}" srcOrd="9" destOrd="0" presId="urn:microsoft.com/office/officeart/2016/7/layout/RepeatingBendingProcessNew"/>
    <dgm:cxn modelId="{697289DA-EE89-4357-92E3-019ECD2D1320}" type="presParOf" srcId="{4C858ED6-B2C2-4E61-AA02-739C0418096A}" destId="{6B799C8E-1229-42D1-94F2-844C982C4D42}" srcOrd="0" destOrd="0" presId="urn:microsoft.com/office/officeart/2016/7/layout/RepeatingBendingProcessNew"/>
    <dgm:cxn modelId="{C6911A43-E161-4054-8254-DFBC7058260D}" type="presParOf" srcId="{0DD0B4FE-E24B-465E-8F98-09B9E4A12764}" destId="{622018BB-44B2-4848-902F-44401E584110}" srcOrd="10" destOrd="0" presId="urn:microsoft.com/office/officeart/2016/7/layout/RepeatingBendingProcessNew"/>
    <dgm:cxn modelId="{46AA05D3-E781-4783-9D72-EB2178E2869D}" type="presParOf" srcId="{0DD0B4FE-E24B-465E-8F98-09B9E4A12764}" destId="{BE38393C-19E9-4780-A9E5-094F174D330A}" srcOrd="11" destOrd="0" presId="urn:microsoft.com/office/officeart/2016/7/layout/RepeatingBendingProcessNew"/>
    <dgm:cxn modelId="{ABD3610C-D0AF-45A2-8F9E-15A75F09FCB5}" type="presParOf" srcId="{BE38393C-19E9-4780-A9E5-094F174D330A}" destId="{C19D6DD9-41A3-4D5A-AEFD-578E99452ED2}" srcOrd="0" destOrd="0" presId="urn:microsoft.com/office/officeart/2016/7/layout/RepeatingBendingProcessNew"/>
    <dgm:cxn modelId="{8260C7E0-2088-49F3-B160-AEEE655E744D}" type="presParOf" srcId="{0DD0B4FE-E24B-465E-8F98-09B9E4A12764}" destId="{AC7823DD-CB9F-49DF-8908-3EDE81986D6C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04997-5AFB-417C-BCD8-2B969632EECA}">
      <dsp:nvSpPr>
        <dsp:cNvPr id="0" name=""/>
        <dsp:cNvSpPr/>
      </dsp:nvSpPr>
      <dsp:spPr>
        <a:xfrm>
          <a:off x="1771597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9860" y="968457"/>
        <a:ext cx="20375" cy="4075"/>
      </dsp:txXfrm>
    </dsp:sp>
    <dsp:sp modelId="{1D556C8C-8ECA-4CB1-8389-C73CF0121175}">
      <dsp:nvSpPr>
        <dsp:cNvPr id="0" name=""/>
        <dsp:cNvSpPr/>
      </dsp:nvSpPr>
      <dsp:spPr>
        <a:xfrm>
          <a:off x="1654" y="438971"/>
          <a:ext cx="1771743" cy="10630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the problem</a:t>
          </a:r>
        </a:p>
      </dsp:txBody>
      <dsp:txXfrm>
        <a:off x="1654" y="438971"/>
        <a:ext cx="1771743" cy="1063046"/>
      </dsp:txXfrm>
    </dsp:sp>
    <dsp:sp modelId="{EB4FDB93-F7A7-4A36-BDDE-1FF0EF75439B}">
      <dsp:nvSpPr>
        <dsp:cNvPr id="0" name=""/>
        <dsp:cNvSpPr/>
      </dsp:nvSpPr>
      <dsp:spPr>
        <a:xfrm>
          <a:off x="3950841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302889"/>
              <a:satOff val="-2100"/>
              <a:lumOff val="-1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104" y="968457"/>
        <a:ext cx="20375" cy="4075"/>
      </dsp:txXfrm>
    </dsp:sp>
    <dsp:sp modelId="{23C79369-7B1C-4D75-B5BF-3E29287F678B}">
      <dsp:nvSpPr>
        <dsp:cNvPr id="0" name=""/>
        <dsp:cNvSpPr/>
      </dsp:nvSpPr>
      <dsp:spPr>
        <a:xfrm>
          <a:off x="2180898" y="438971"/>
          <a:ext cx="1771743" cy="1063046"/>
        </a:xfrm>
        <a:prstGeom prst="rect">
          <a:avLst/>
        </a:prstGeom>
        <a:solidFill>
          <a:schemeClr val="accent2">
            <a:hueOff val="252407"/>
            <a:satOff val="-1750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 and Prepare data</a:t>
          </a:r>
        </a:p>
      </dsp:txBody>
      <dsp:txXfrm>
        <a:off x="2180898" y="438971"/>
        <a:ext cx="1771743" cy="1063046"/>
      </dsp:txXfrm>
    </dsp:sp>
    <dsp:sp modelId="{5E45C6B5-3A9C-43C3-848D-D137E25A80BF}">
      <dsp:nvSpPr>
        <dsp:cNvPr id="0" name=""/>
        <dsp:cNvSpPr/>
      </dsp:nvSpPr>
      <dsp:spPr>
        <a:xfrm>
          <a:off x="6130086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605778"/>
              <a:satOff val="-4201"/>
              <a:lumOff val="-2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8349" y="968457"/>
        <a:ext cx="20375" cy="4075"/>
      </dsp:txXfrm>
    </dsp:sp>
    <dsp:sp modelId="{2C07BDC1-25B6-41FB-8C8E-63BDA8D388DE}">
      <dsp:nvSpPr>
        <dsp:cNvPr id="0" name=""/>
        <dsp:cNvSpPr/>
      </dsp:nvSpPr>
      <dsp:spPr>
        <a:xfrm>
          <a:off x="4360143" y="438971"/>
          <a:ext cx="1771743" cy="1063046"/>
        </a:xfrm>
        <a:prstGeom prst="rect">
          <a:avLst/>
        </a:prstGeom>
        <a:solidFill>
          <a:schemeClr val="accent2">
            <a:hueOff val="504815"/>
            <a:satOff val="-3501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Choose a training method</a:t>
          </a:r>
        </a:p>
      </dsp:txBody>
      <dsp:txXfrm>
        <a:off x="4360143" y="438971"/>
        <a:ext cx="1771743" cy="1063046"/>
      </dsp:txXfrm>
    </dsp:sp>
    <dsp:sp modelId="{9683CC0A-5147-4C96-B5E3-0662C5F4F6B8}">
      <dsp:nvSpPr>
        <dsp:cNvPr id="0" name=""/>
        <dsp:cNvSpPr/>
      </dsp:nvSpPr>
      <dsp:spPr>
        <a:xfrm>
          <a:off x="887525" y="1500217"/>
          <a:ext cx="6537733" cy="376901"/>
        </a:xfrm>
        <a:custGeom>
          <a:avLst/>
          <a:gdLst/>
          <a:ahLst/>
          <a:cxnLst/>
          <a:rect l="0" t="0" r="0" b="0"/>
          <a:pathLst>
            <a:path>
              <a:moveTo>
                <a:pt x="6537733" y="0"/>
              </a:moveTo>
              <a:lnTo>
                <a:pt x="6537733" y="205550"/>
              </a:lnTo>
              <a:lnTo>
                <a:pt x="0" y="205550"/>
              </a:lnTo>
              <a:lnTo>
                <a:pt x="0" y="376901"/>
              </a:lnTo>
            </a:path>
          </a:pathLst>
        </a:custGeom>
        <a:noFill/>
        <a:ln w="9525" cap="flat" cmpd="sng" algn="ctr">
          <a:solidFill>
            <a:schemeClr val="accent2">
              <a:hueOff val="908666"/>
              <a:satOff val="-6301"/>
              <a:lumOff val="-42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92631" y="1686630"/>
        <a:ext cx="327521" cy="4075"/>
      </dsp:txXfrm>
    </dsp:sp>
    <dsp:sp modelId="{EC88B1DF-E7F3-4FF3-8785-9E50D894895C}">
      <dsp:nvSpPr>
        <dsp:cNvPr id="0" name=""/>
        <dsp:cNvSpPr/>
      </dsp:nvSpPr>
      <dsp:spPr>
        <a:xfrm>
          <a:off x="6539387" y="438971"/>
          <a:ext cx="1771743" cy="1063046"/>
        </a:xfrm>
        <a:prstGeom prst="rect">
          <a:avLst/>
        </a:prstGeom>
        <a:solidFill>
          <a:schemeClr val="accent2">
            <a:hueOff val="757222"/>
            <a:satOff val="-5251"/>
            <a:lumOff val="-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Train your model</a:t>
          </a:r>
        </a:p>
      </dsp:txBody>
      <dsp:txXfrm>
        <a:off x="6539387" y="438971"/>
        <a:ext cx="1771743" cy="1063046"/>
      </dsp:txXfrm>
    </dsp:sp>
    <dsp:sp modelId="{4C858ED6-B2C2-4E61-AA02-739C0418096A}">
      <dsp:nvSpPr>
        <dsp:cNvPr id="0" name=""/>
        <dsp:cNvSpPr/>
      </dsp:nvSpPr>
      <dsp:spPr>
        <a:xfrm>
          <a:off x="1771597" y="2395322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1211555"/>
              <a:satOff val="-8402"/>
              <a:lumOff val="-56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9860" y="2439004"/>
        <a:ext cx="20375" cy="4075"/>
      </dsp:txXfrm>
    </dsp:sp>
    <dsp:sp modelId="{B53AE5C1-7E4D-4FE0-98D1-AF3A48C4A557}">
      <dsp:nvSpPr>
        <dsp:cNvPr id="0" name=""/>
        <dsp:cNvSpPr/>
      </dsp:nvSpPr>
      <dsp:spPr>
        <a:xfrm>
          <a:off x="1654" y="1909519"/>
          <a:ext cx="1771743" cy="1063046"/>
        </a:xfrm>
        <a:prstGeom prst="rect">
          <a:avLst/>
        </a:prstGeom>
        <a:solidFill>
          <a:schemeClr val="accent2">
            <a:hueOff val="1009629"/>
            <a:satOff val="-7001"/>
            <a:lumOff val="-47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the model</a:t>
          </a:r>
        </a:p>
      </dsp:txBody>
      <dsp:txXfrm>
        <a:off x="1654" y="1909519"/>
        <a:ext cx="1771743" cy="1063046"/>
      </dsp:txXfrm>
    </dsp:sp>
    <dsp:sp modelId="{BE38393C-19E9-4780-A9E5-094F174D330A}">
      <dsp:nvSpPr>
        <dsp:cNvPr id="0" name=""/>
        <dsp:cNvSpPr/>
      </dsp:nvSpPr>
      <dsp:spPr>
        <a:xfrm>
          <a:off x="3950841" y="2395322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1514444"/>
              <a:satOff val="-10502"/>
              <a:lumOff val="-70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104" y="2439004"/>
        <a:ext cx="20375" cy="4075"/>
      </dsp:txXfrm>
    </dsp:sp>
    <dsp:sp modelId="{622018BB-44B2-4848-902F-44401E584110}">
      <dsp:nvSpPr>
        <dsp:cNvPr id="0" name=""/>
        <dsp:cNvSpPr/>
      </dsp:nvSpPr>
      <dsp:spPr>
        <a:xfrm>
          <a:off x="2180898" y="1909519"/>
          <a:ext cx="1771743" cy="1063046"/>
        </a:xfrm>
        <a:prstGeom prst="rect">
          <a:avLst/>
        </a:prstGeom>
        <a:solidFill>
          <a:schemeClr val="accent2">
            <a:hueOff val="1262037"/>
            <a:satOff val="-8752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Parameter tuning</a:t>
          </a:r>
        </a:p>
      </dsp:txBody>
      <dsp:txXfrm>
        <a:off x="2180898" y="1909519"/>
        <a:ext cx="1771743" cy="1063046"/>
      </dsp:txXfrm>
    </dsp:sp>
    <dsp:sp modelId="{AC7823DD-CB9F-49DF-8908-3EDE81986D6C}">
      <dsp:nvSpPr>
        <dsp:cNvPr id="0" name=""/>
        <dsp:cNvSpPr/>
      </dsp:nvSpPr>
      <dsp:spPr>
        <a:xfrm>
          <a:off x="4360143" y="1909519"/>
          <a:ext cx="1771743" cy="1063046"/>
        </a:xfrm>
        <a:prstGeom prst="rect">
          <a:avLst/>
        </a:prstGeom>
        <a:solidFill>
          <a:schemeClr val="accent2">
            <a:hueOff val="1514444"/>
            <a:satOff val="-10502"/>
            <a:lumOff val="-70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Predict</a:t>
          </a:r>
        </a:p>
      </dsp:txBody>
      <dsp:txXfrm>
        <a:off x="4360143" y="1909519"/>
        <a:ext cx="1771743" cy="1063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DEDB-8A5B-499D-9A92-1B9ACDE3F291}" type="datetimeFigureOut">
              <a:t>4/27/2022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EF63-4FC0-470F-9A74-4E0AF7ACEA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5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central.com/profiles/blogs/an-introduction-to-variable-and-feature-selectio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microsoft.github.io/ML-For-Beginners/#/1-Introduction/4-techniques-of-ML/README?id=split-your-datase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Feature &amp; Target - </a:t>
            </a:r>
            <a:r>
              <a:rPr lang="en-US"/>
              <a:t>A </a:t>
            </a:r>
            <a:r>
              <a:rPr lang="en-US">
                <a:hlinkClick r:id="rId3"/>
              </a:rPr>
              <a:t>feature</a:t>
            </a:r>
            <a:r>
              <a:rPr lang="en-US"/>
              <a:t> is a measurable property of your data. A target is a thing you are trying to predict. </a:t>
            </a:r>
          </a:p>
          <a:p>
            <a:r>
              <a:rPr lang="en-US" b="1"/>
              <a:t>Feature Selection and Feature Extraction</a:t>
            </a:r>
            <a:r>
              <a:rPr lang="en-US"/>
              <a:t> How do you know which variable to choose when building a model? </a:t>
            </a:r>
            <a:endParaRPr lang="en-US">
              <a:cs typeface="Calibri"/>
            </a:endParaRPr>
          </a:p>
          <a:p>
            <a:r>
              <a:rPr lang="en-US">
                <a:hlinkClick r:id="rId4"/>
              </a:rPr>
              <a:t>Split your dataset -  </a:t>
            </a:r>
            <a:r>
              <a:rPr lang="en-US" b="1"/>
              <a:t>Training</a:t>
            </a:r>
            <a:r>
              <a:rPr lang="en-US"/>
              <a:t>. This part of the dataset is fit to your model to train it. | </a:t>
            </a:r>
            <a:r>
              <a:rPr lang="en-US" b="1"/>
              <a:t>Testing</a:t>
            </a:r>
            <a:r>
              <a:rPr lang="en-US"/>
              <a:t>. A test dataset is an independent group of data, often gathered from the original data, that you use to confirm the performance of the built model. | </a:t>
            </a:r>
            <a:r>
              <a:rPr lang="en-US" b="1"/>
              <a:t>Validating</a:t>
            </a:r>
            <a:r>
              <a:rPr lang="en-US"/>
              <a:t>. A validation set is a smaller independent group of examples that you use to tune the model's hyperparameters, or architecture, to improve the model. 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8EF63-4FC0-470F-9A74-4E0AF7ACEA4C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58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4/27/2022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37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4/27/2022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0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4/27/2022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8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4/27/2022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4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4/27/2022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743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4/27/2022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1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4/27/2022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3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4/27/2022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6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4/27/2022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5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4/27/2022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7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2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9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750" y="1346268"/>
            <a:ext cx="5048641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cs typeface="Calibri Light"/>
              </a:rPr>
              <a:t>Supervised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Machine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524024" cy="15761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cs typeface="Calibri"/>
              </a:rPr>
              <a:t>@bethanyjep</a:t>
            </a:r>
            <a:endParaRPr lang="en-US" b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95593-585D-F776-2C9D-80D3150BF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91" r="35524" b="-4"/>
          <a:stretch/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8D8C-1328-0D65-E973-C9D2FB20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eiryo"/>
              </a:rPr>
              <a:t>Requirements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09A1-C250-52F6-85F2-380CF749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en-US">
                <a:ea typeface="Meiryo"/>
              </a:rPr>
              <a:t>- Basic understanding of python</a:t>
            </a:r>
          </a:p>
          <a:p>
            <a:r>
              <a:rPr lang="en-US">
                <a:ea typeface="Meiryo"/>
              </a:rPr>
              <a:t>- </a:t>
            </a:r>
            <a:r>
              <a:rPr lang="en-US" err="1">
                <a:ea typeface="Meiryo"/>
              </a:rPr>
              <a:t>Jupyter</a:t>
            </a:r>
            <a:r>
              <a:rPr lang="en-US">
                <a:ea typeface="Meiryo"/>
              </a:rPr>
              <a:t> Notebook installed in Visual Studio Code</a:t>
            </a:r>
          </a:p>
          <a:p>
            <a:endParaRPr lang="en-US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11009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17A6-9034-1BD6-2E4D-B1506EE0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487" y="1097756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>
                <a:ea typeface="Meiryo"/>
              </a:rPr>
              <a:t>Recap: what is machine learning?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9E17-FC40-8921-CBC3-01FDA9288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670177"/>
            <a:ext cx="5271804" cy="2865437"/>
          </a:xfrm>
        </p:spPr>
        <p:txBody>
          <a:bodyPr vert="horz" lIns="109728" tIns="109728" rIns="109728" bIns="9144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This is often the foundation for an AI system and is the way we "teach" a computer model to make prediction and draw conclusions from data.</a:t>
            </a:r>
          </a:p>
          <a:p>
            <a:r>
              <a:rPr lang="en-US">
                <a:ea typeface="+mn-lt"/>
                <a:cs typeface="+mn-lt"/>
              </a:rPr>
              <a:t>Machine learning automates the process of pattern-discovery by finding meaningful insights from real-world or generated data. 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C5745C6E-2DD2-0398-21D7-F26ECFA439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71" r="23267" b="4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065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66650-523A-72C5-076C-9608CC2F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en-US">
                <a:ea typeface="Meiryo"/>
              </a:rPr>
              <a:t>Steps in Machine Learning</a:t>
            </a:r>
            <a:endParaRPr lang="en-US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6830FFD-1EC3-4DA1-DC5F-D9736D239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08462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879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03A2FB-BD11-B7BB-5987-E1CD481F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8"/>
            <a:ext cx="7810500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200">
                <a:solidFill>
                  <a:schemeClr val="tx1">
                    <a:lumMod val="85000"/>
                    <a:lumOff val="15000"/>
                  </a:schemeClr>
                </a:solidFill>
              </a:rPr>
              <a:t>Let's get coding!!! </a:t>
            </a:r>
          </a:p>
        </p:txBody>
      </p:sp>
    </p:spTree>
    <p:extLst>
      <p:ext uri="{BB962C8B-B14F-4D97-AF65-F5344CB8AC3E}">
        <p14:creationId xmlns:p14="http://schemas.microsoft.com/office/powerpoint/2010/main" val="163565942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RegularSeedRightStep">
      <a:dk1>
        <a:srgbClr val="000000"/>
      </a:dk1>
      <a:lt1>
        <a:srgbClr val="FFFFFF"/>
      </a:lt1>
      <a:dk2>
        <a:srgbClr val="313820"/>
      </a:dk2>
      <a:lt2>
        <a:srgbClr val="E2E7E8"/>
      </a:lt2>
      <a:accent1>
        <a:srgbClr val="E74429"/>
      </a:accent1>
      <a:accent2>
        <a:srgbClr val="D58117"/>
      </a:accent2>
      <a:accent3>
        <a:srgbClr val="AAA71E"/>
      </a:accent3>
      <a:accent4>
        <a:srgbClr val="75B414"/>
      </a:accent4>
      <a:accent5>
        <a:srgbClr val="3FBC21"/>
      </a:accent5>
      <a:accent6>
        <a:srgbClr val="14BB3A"/>
      </a:accent6>
      <a:hlink>
        <a:srgbClr val="348F9E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SketchLinesVTI</vt:lpstr>
      <vt:lpstr>Supervised  Machine Learning</vt:lpstr>
      <vt:lpstr>Requirements</vt:lpstr>
      <vt:lpstr>Recap: what is machine learning?</vt:lpstr>
      <vt:lpstr>Steps in Machine Learning</vt:lpstr>
      <vt:lpstr>Let's get coding!!!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</cp:revision>
  <dcterms:created xsi:type="dcterms:W3CDTF">2022-04-18T11:06:31Z</dcterms:created>
  <dcterms:modified xsi:type="dcterms:W3CDTF">2022-04-27T11:32:16Z</dcterms:modified>
</cp:coreProperties>
</file>