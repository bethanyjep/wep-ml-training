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notesMasterIdLst>
    <p:notesMasterId r:id="rId10"/>
  </p:notesMasterIdLst>
  <p:sldIdLst>
    <p:sldId id="256" r:id="rId2"/>
    <p:sldId id="257" r:id="rId3"/>
    <p:sldId id="258" r:id="rId4"/>
    <p:sldId id="259" r:id="rId5"/>
    <p:sldId id="261" r:id="rId6"/>
    <p:sldId id="262" r:id="rId7"/>
    <p:sldId id="263" r:id="rId8"/>
    <p:sldId id="26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7FEA05-24CE-4508-8928-8F224FCF4F77}" v="15" dt="2022-04-18T12:43:53.590"/>
    <p1510:client id="{B3783777-518D-51D0-0F01-9622D3ADE7BF}" v="91" dt="2022-04-27T11:57:16.332"/>
    <p1510:client id="{D391CF14-D6CD-ECC1-94C4-80B2B27F5622}" v="146" dt="2022-04-19T06:57:23.4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06A53D-38C2-4E18-82D3-6305769BEA4D}" type="doc">
      <dgm:prSet loTypeId="urn:microsoft.com/office/officeart/2016/7/layout/RepeatingBendingProcessNew" loCatId="process" qsTypeId="urn:microsoft.com/office/officeart/2005/8/quickstyle/simple1" qsCatId="simple" csTypeId="urn:microsoft.com/office/officeart/2005/8/colors/colorful2" csCatId="colorful"/>
      <dgm:spPr/>
      <dgm:t>
        <a:bodyPr/>
        <a:lstStyle/>
        <a:p>
          <a:endParaRPr lang="en-US"/>
        </a:p>
      </dgm:t>
    </dgm:pt>
    <dgm:pt modelId="{293614FD-922D-4F2F-8FDB-E224FDBDF82E}">
      <dgm:prSet/>
      <dgm:spPr/>
      <dgm:t>
        <a:bodyPr/>
        <a:lstStyle/>
        <a:p>
          <a:r>
            <a:rPr lang="en-US"/>
            <a:t>Understand the problem</a:t>
          </a:r>
        </a:p>
      </dgm:t>
    </dgm:pt>
    <dgm:pt modelId="{C5C7D0D4-AD09-40B4-A695-BC825338C127}" type="parTrans" cxnId="{CE8CDE7D-2B21-4D6D-B436-DF8BF0D98073}">
      <dgm:prSet/>
      <dgm:spPr/>
      <dgm:t>
        <a:bodyPr/>
        <a:lstStyle/>
        <a:p>
          <a:endParaRPr lang="en-US"/>
        </a:p>
      </dgm:t>
    </dgm:pt>
    <dgm:pt modelId="{15E5A1D0-550D-478D-BCA2-7F1DD00CC418}" type="sibTrans" cxnId="{CE8CDE7D-2B21-4D6D-B436-DF8BF0D98073}">
      <dgm:prSet/>
      <dgm:spPr/>
      <dgm:t>
        <a:bodyPr/>
        <a:lstStyle/>
        <a:p>
          <a:endParaRPr lang="en-US"/>
        </a:p>
      </dgm:t>
    </dgm:pt>
    <dgm:pt modelId="{06BFC467-507B-4A5C-974E-992D128A6DC0}">
      <dgm:prSet/>
      <dgm:spPr/>
      <dgm:t>
        <a:bodyPr/>
        <a:lstStyle/>
        <a:p>
          <a:r>
            <a:rPr lang="en-US"/>
            <a:t>Collect and Prepare data</a:t>
          </a:r>
        </a:p>
      </dgm:t>
    </dgm:pt>
    <dgm:pt modelId="{E585C32F-E6B5-436E-89A5-88D5CA2EB44D}" type="parTrans" cxnId="{FA6A0E9D-83A0-4999-B7FC-22AC0F5E6701}">
      <dgm:prSet/>
      <dgm:spPr/>
      <dgm:t>
        <a:bodyPr/>
        <a:lstStyle/>
        <a:p>
          <a:endParaRPr lang="en-US"/>
        </a:p>
      </dgm:t>
    </dgm:pt>
    <dgm:pt modelId="{CD2E6B4C-13F5-41EF-AF40-13FEDC539F99}" type="sibTrans" cxnId="{FA6A0E9D-83A0-4999-B7FC-22AC0F5E6701}">
      <dgm:prSet/>
      <dgm:spPr/>
      <dgm:t>
        <a:bodyPr/>
        <a:lstStyle/>
        <a:p>
          <a:endParaRPr lang="en-US"/>
        </a:p>
      </dgm:t>
    </dgm:pt>
    <dgm:pt modelId="{93E9E76E-FE73-4268-AF57-A99F1B118B92}">
      <dgm:prSet/>
      <dgm:spPr/>
      <dgm:t>
        <a:bodyPr/>
        <a:lstStyle/>
        <a:p>
          <a:r>
            <a:rPr lang="en-US"/>
            <a:t>Choose a training method</a:t>
          </a:r>
        </a:p>
      </dgm:t>
    </dgm:pt>
    <dgm:pt modelId="{07765C2D-5CEB-4D1E-9F59-77F1B34BEFB7}" type="parTrans" cxnId="{33E6494B-DD1A-49AC-B409-B61F81B08857}">
      <dgm:prSet/>
      <dgm:spPr/>
      <dgm:t>
        <a:bodyPr/>
        <a:lstStyle/>
        <a:p>
          <a:endParaRPr lang="en-US"/>
        </a:p>
      </dgm:t>
    </dgm:pt>
    <dgm:pt modelId="{CA77BAF2-EEDF-4BE8-B042-3AC5B4CCDDFE}" type="sibTrans" cxnId="{33E6494B-DD1A-49AC-B409-B61F81B08857}">
      <dgm:prSet/>
      <dgm:spPr/>
      <dgm:t>
        <a:bodyPr/>
        <a:lstStyle/>
        <a:p>
          <a:endParaRPr lang="en-US"/>
        </a:p>
      </dgm:t>
    </dgm:pt>
    <dgm:pt modelId="{692184C6-825D-4BC8-BFA0-8CF0B3158A19}">
      <dgm:prSet/>
      <dgm:spPr/>
      <dgm:t>
        <a:bodyPr/>
        <a:lstStyle/>
        <a:p>
          <a:r>
            <a:rPr lang="en-US"/>
            <a:t>Train your model</a:t>
          </a:r>
        </a:p>
      </dgm:t>
    </dgm:pt>
    <dgm:pt modelId="{4E1F585A-5DDF-436F-932A-D281B8DA6C8E}" type="parTrans" cxnId="{DBD3B94D-06AE-4A2E-BFE0-F87B5CC1ED93}">
      <dgm:prSet/>
      <dgm:spPr/>
      <dgm:t>
        <a:bodyPr/>
        <a:lstStyle/>
        <a:p>
          <a:endParaRPr lang="en-US"/>
        </a:p>
      </dgm:t>
    </dgm:pt>
    <dgm:pt modelId="{AB7A4388-3408-4B7B-A142-0B4A85AA2E96}" type="sibTrans" cxnId="{DBD3B94D-06AE-4A2E-BFE0-F87B5CC1ED93}">
      <dgm:prSet/>
      <dgm:spPr/>
      <dgm:t>
        <a:bodyPr/>
        <a:lstStyle/>
        <a:p>
          <a:endParaRPr lang="en-US"/>
        </a:p>
      </dgm:t>
    </dgm:pt>
    <dgm:pt modelId="{6BF320B9-F37E-468A-950A-09A4383D7A75}">
      <dgm:prSet/>
      <dgm:spPr/>
      <dgm:t>
        <a:bodyPr/>
        <a:lstStyle/>
        <a:p>
          <a:r>
            <a:rPr lang="en-US"/>
            <a:t>Evaluate the model</a:t>
          </a:r>
        </a:p>
      </dgm:t>
    </dgm:pt>
    <dgm:pt modelId="{181DC8D4-F125-4741-9A47-D70556DB06DD}" type="parTrans" cxnId="{E9825455-426C-4D83-83CA-C9B6BE695C7D}">
      <dgm:prSet/>
      <dgm:spPr/>
      <dgm:t>
        <a:bodyPr/>
        <a:lstStyle/>
        <a:p>
          <a:endParaRPr lang="en-US"/>
        </a:p>
      </dgm:t>
    </dgm:pt>
    <dgm:pt modelId="{6089E5F5-C66A-4417-8974-B071CE174104}" type="sibTrans" cxnId="{E9825455-426C-4D83-83CA-C9B6BE695C7D}">
      <dgm:prSet/>
      <dgm:spPr/>
      <dgm:t>
        <a:bodyPr/>
        <a:lstStyle/>
        <a:p>
          <a:endParaRPr lang="en-US"/>
        </a:p>
      </dgm:t>
    </dgm:pt>
    <dgm:pt modelId="{8C60F7A0-41F2-4224-B15B-D971EC559D51}">
      <dgm:prSet/>
      <dgm:spPr/>
      <dgm:t>
        <a:bodyPr/>
        <a:lstStyle/>
        <a:p>
          <a:r>
            <a:rPr lang="en-US"/>
            <a:t>Parameter tuning</a:t>
          </a:r>
        </a:p>
      </dgm:t>
    </dgm:pt>
    <dgm:pt modelId="{CCD7C2C7-76AC-44AA-9008-0AB09DAE615E}" type="parTrans" cxnId="{F6955BB3-369E-454D-828E-05F5E183F474}">
      <dgm:prSet/>
      <dgm:spPr/>
      <dgm:t>
        <a:bodyPr/>
        <a:lstStyle/>
        <a:p>
          <a:endParaRPr lang="en-US"/>
        </a:p>
      </dgm:t>
    </dgm:pt>
    <dgm:pt modelId="{ED92869D-00E7-4FB6-8778-C9ED3E5FA890}" type="sibTrans" cxnId="{F6955BB3-369E-454D-828E-05F5E183F474}">
      <dgm:prSet/>
      <dgm:spPr/>
      <dgm:t>
        <a:bodyPr/>
        <a:lstStyle/>
        <a:p>
          <a:endParaRPr lang="en-US"/>
        </a:p>
      </dgm:t>
    </dgm:pt>
    <dgm:pt modelId="{3E7A8269-E78D-43F5-8370-1C38691E5E03}">
      <dgm:prSet/>
      <dgm:spPr/>
      <dgm:t>
        <a:bodyPr/>
        <a:lstStyle/>
        <a:p>
          <a:r>
            <a:rPr lang="en-US"/>
            <a:t>Predict</a:t>
          </a:r>
        </a:p>
      </dgm:t>
    </dgm:pt>
    <dgm:pt modelId="{38028CC1-9CDF-46F3-A322-3632B4511810}" type="parTrans" cxnId="{4AC74876-CE90-4AD5-A8AA-353733FC57C2}">
      <dgm:prSet/>
      <dgm:spPr/>
      <dgm:t>
        <a:bodyPr/>
        <a:lstStyle/>
        <a:p>
          <a:endParaRPr lang="en-US"/>
        </a:p>
      </dgm:t>
    </dgm:pt>
    <dgm:pt modelId="{7D6DB88E-3F2B-4A9D-8462-B37843D4CF6A}" type="sibTrans" cxnId="{4AC74876-CE90-4AD5-A8AA-353733FC57C2}">
      <dgm:prSet/>
      <dgm:spPr/>
      <dgm:t>
        <a:bodyPr/>
        <a:lstStyle/>
        <a:p>
          <a:endParaRPr lang="en-US"/>
        </a:p>
      </dgm:t>
    </dgm:pt>
    <dgm:pt modelId="{0DD0B4FE-E24B-465E-8F98-09B9E4A12764}" type="pres">
      <dgm:prSet presAssocID="{4C06A53D-38C2-4E18-82D3-6305769BEA4D}" presName="Name0" presStyleCnt="0">
        <dgm:presLayoutVars>
          <dgm:dir/>
          <dgm:resizeHandles val="exact"/>
        </dgm:presLayoutVars>
      </dgm:prSet>
      <dgm:spPr/>
    </dgm:pt>
    <dgm:pt modelId="{1D556C8C-8ECA-4CB1-8389-C73CF0121175}" type="pres">
      <dgm:prSet presAssocID="{293614FD-922D-4F2F-8FDB-E224FDBDF82E}" presName="node" presStyleLbl="node1" presStyleIdx="0" presStyleCnt="7">
        <dgm:presLayoutVars>
          <dgm:bulletEnabled val="1"/>
        </dgm:presLayoutVars>
      </dgm:prSet>
      <dgm:spPr/>
    </dgm:pt>
    <dgm:pt modelId="{1EC04997-5AFB-417C-BCD8-2B969632EECA}" type="pres">
      <dgm:prSet presAssocID="{15E5A1D0-550D-478D-BCA2-7F1DD00CC418}" presName="sibTrans" presStyleLbl="sibTrans1D1" presStyleIdx="0" presStyleCnt="6"/>
      <dgm:spPr/>
    </dgm:pt>
    <dgm:pt modelId="{6C618EA1-CC1C-4897-8F6C-C92E936400C6}" type="pres">
      <dgm:prSet presAssocID="{15E5A1D0-550D-478D-BCA2-7F1DD00CC418}" presName="connectorText" presStyleLbl="sibTrans1D1" presStyleIdx="0" presStyleCnt="6"/>
      <dgm:spPr/>
    </dgm:pt>
    <dgm:pt modelId="{23C79369-7B1C-4D75-B5BF-3E29287F678B}" type="pres">
      <dgm:prSet presAssocID="{06BFC467-507B-4A5C-974E-992D128A6DC0}" presName="node" presStyleLbl="node1" presStyleIdx="1" presStyleCnt="7">
        <dgm:presLayoutVars>
          <dgm:bulletEnabled val="1"/>
        </dgm:presLayoutVars>
      </dgm:prSet>
      <dgm:spPr/>
    </dgm:pt>
    <dgm:pt modelId="{EB4FDB93-F7A7-4A36-BDDE-1FF0EF75439B}" type="pres">
      <dgm:prSet presAssocID="{CD2E6B4C-13F5-41EF-AF40-13FEDC539F99}" presName="sibTrans" presStyleLbl="sibTrans1D1" presStyleIdx="1" presStyleCnt="6"/>
      <dgm:spPr/>
    </dgm:pt>
    <dgm:pt modelId="{915AEE30-5970-4D6B-BD9D-914D1D796458}" type="pres">
      <dgm:prSet presAssocID="{CD2E6B4C-13F5-41EF-AF40-13FEDC539F99}" presName="connectorText" presStyleLbl="sibTrans1D1" presStyleIdx="1" presStyleCnt="6"/>
      <dgm:spPr/>
    </dgm:pt>
    <dgm:pt modelId="{2C07BDC1-25B6-41FB-8C8E-63BDA8D388DE}" type="pres">
      <dgm:prSet presAssocID="{93E9E76E-FE73-4268-AF57-A99F1B118B92}" presName="node" presStyleLbl="node1" presStyleIdx="2" presStyleCnt="7">
        <dgm:presLayoutVars>
          <dgm:bulletEnabled val="1"/>
        </dgm:presLayoutVars>
      </dgm:prSet>
      <dgm:spPr/>
    </dgm:pt>
    <dgm:pt modelId="{5E45C6B5-3A9C-43C3-848D-D137E25A80BF}" type="pres">
      <dgm:prSet presAssocID="{CA77BAF2-EEDF-4BE8-B042-3AC5B4CCDDFE}" presName="sibTrans" presStyleLbl="sibTrans1D1" presStyleIdx="2" presStyleCnt="6"/>
      <dgm:spPr/>
    </dgm:pt>
    <dgm:pt modelId="{FEA2B2EB-775E-44D0-8727-35E25E965DA0}" type="pres">
      <dgm:prSet presAssocID="{CA77BAF2-EEDF-4BE8-B042-3AC5B4CCDDFE}" presName="connectorText" presStyleLbl="sibTrans1D1" presStyleIdx="2" presStyleCnt="6"/>
      <dgm:spPr/>
    </dgm:pt>
    <dgm:pt modelId="{EC88B1DF-E7F3-4FF3-8785-9E50D894895C}" type="pres">
      <dgm:prSet presAssocID="{692184C6-825D-4BC8-BFA0-8CF0B3158A19}" presName="node" presStyleLbl="node1" presStyleIdx="3" presStyleCnt="7">
        <dgm:presLayoutVars>
          <dgm:bulletEnabled val="1"/>
        </dgm:presLayoutVars>
      </dgm:prSet>
      <dgm:spPr/>
    </dgm:pt>
    <dgm:pt modelId="{9683CC0A-5147-4C96-B5E3-0662C5F4F6B8}" type="pres">
      <dgm:prSet presAssocID="{AB7A4388-3408-4B7B-A142-0B4A85AA2E96}" presName="sibTrans" presStyleLbl="sibTrans1D1" presStyleIdx="3" presStyleCnt="6"/>
      <dgm:spPr/>
    </dgm:pt>
    <dgm:pt modelId="{FE0537A3-9145-41D5-B85F-7055F0C40099}" type="pres">
      <dgm:prSet presAssocID="{AB7A4388-3408-4B7B-A142-0B4A85AA2E96}" presName="connectorText" presStyleLbl="sibTrans1D1" presStyleIdx="3" presStyleCnt="6"/>
      <dgm:spPr/>
    </dgm:pt>
    <dgm:pt modelId="{B53AE5C1-7E4D-4FE0-98D1-AF3A48C4A557}" type="pres">
      <dgm:prSet presAssocID="{6BF320B9-F37E-468A-950A-09A4383D7A75}" presName="node" presStyleLbl="node1" presStyleIdx="4" presStyleCnt="7">
        <dgm:presLayoutVars>
          <dgm:bulletEnabled val="1"/>
        </dgm:presLayoutVars>
      </dgm:prSet>
      <dgm:spPr/>
    </dgm:pt>
    <dgm:pt modelId="{4C858ED6-B2C2-4E61-AA02-739C0418096A}" type="pres">
      <dgm:prSet presAssocID="{6089E5F5-C66A-4417-8974-B071CE174104}" presName="sibTrans" presStyleLbl="sibTrans1D1" presStyleIdx="4" presStyleCnt="6"/>
      <dgm:spPr/>
    </dgm:pt>
    <dgm:pt modelId="{6B799C8E-1229-42D1-94F2-844C982C4D42}" type="pres">
      <dgm:prSet presAssocID="{6089E5F5-C66A-4417-8974-B071CE174104}" presName="connectorText" presStyleLbl="sibTrans1D1" presStyleIdx="4" presStyleCnt="6"/>
      <dgm:spPr/>
    </dgm:pt>
    <dgm:pt modelId="{622018BB-44B2-4848-902F-44401E584110}" type="pres">
      <dgm:prSet presAssocID="{8C60F7A0-41F2-4224-B15B-D971EC559D51}" presName="node" presStyleLbl="node1" presStyleIdx="5" presStyleCnt="7">
        <dgm:presLayoutVars>
          <dgm:bulletEnabled val="1"/>
        </dgm:presLayoutVars>
      </dgm:prSet>
      <dgm:spPr/>
    </dgm:pt>
    <dgm:pt modelId="{BE38393C-19E9-4780-A9E5-094F174D330A}" type="pres">
      <dgm:prSet presAssocID="{ED92869D-00E7-4FB6-8778-C9ED3E5FA890}" presName="sibTrans" presStyleLbl="sibTrans1D1" presStyleIdx="5" presStyleCnt="6"/>
      <dgm:spPr/>
    </dgm:pt>
    <dgm:pt modelId="{C19D6DD9-41A3-4D5A-AEFD-578E99452ED2}" type="pres">
      <dgm:prSet presAssocID="{ED92869D-00E7-4FB6-8778-C9ED3E5FA890}" presName="connectorText" presStyleLbl="sibTrans1D1" presStyleIdx="5" presStyleCnt="6"/>
      <dgm:spPr/>
    </dgm:pt>
    <dgm:pt modelId="{AC7823DD-CB9F-49DF-8908-3EDE81986D6C}" type="pres">
      <dgm:prSet presAssocID="{3E7A8269-E78D-43F5-8370-1C38691E5E03}" presName="node" presStyleLbl="node1" presStyleIdx="6" presStyleCnt="7">
        <dgm:presLayoutVars>
          <dgm:bulletEnabled val="1"/>
        </dgm:presLayoutVars>
      </dgm:prSet>
      <dgm:spPr/>
    </dgm:pt>
  </dgm:ptLst>
  <dgm:cxnLst>
    <dgm:cxn modelId="{3AD04214-DA9F-4569-8AAD-C7E235546EE2}" type="presOf" srcId="{ED92869D-00E7-4FB6-8778-C9ED3E5FA890}" destId="{BE38393C-19E9-4780-A9E5-094F174D330A}" srcOrd="0" destOrd="0" presId="urn:microsoft.com/office/officeart/2016/7/layout/RepeatingBendingProcessNew"/>
    <dgm:cxn modelId="{D768842B-63E6-4BC5-8093-5D587DAE9A63}" type="presOf" srcId="{6089E5F5-C66A-4417-8974-B071CE174104}" destId="{6B799C8E-1229-42D1-94F2-844C982C4D42}" srcOrd="1" destOrd="0" presId="urn:microsoft.com/office/officeart/2016/7/layout/RepeatingBendingProcessNew"/>
    <dgm:cxn modelId="{4C6B9832-257F-41DA-AECC-A54E77719262}" type="presOf" srcId="{93E9E76E-FE73-4268-AF57-A99F1B118B92}" destId="{2C07BDC1-25B6-41FB-8C8E-63BDA8D388DE}" srcOrd="0" destOrd="0" presId="urn:microsoft.com/office/officeart/2016/7/layout/RepeatingBendingProcessNew"/>
    <dgm:cxn modelId="{916CCF32-D0F6-43ED-8C12-0AA1F52F5237}" type="presOf" srcId="{06BFC467-507B-4A5C-974E-992D128A6DC0}" destId="{23C79369-7B1C-4D75-B5BF-3E29287F678B}" srcOrd="0" destOrd="0" presId="urn:microsoft.com/office/officeart/2016/7/layout/RepeatingBendingProcessNew"/>
    <dgm:cxn modelId="{ACA13D5E-13E8-4F50-9011-0330A6C26D55}" type="presOf" srcId="{CD2E6B4C-13F5-41EF-AF40-13FEDC539F99}" destId="{EB4FDB93-F7A7-4A36-BDDE-1FF0EF75439B}" srcOrd="0" destOrd="0" presId="urn:microsoft.com/office/officeart/2016/7/layout/RepeatingBendingProcessNew"/>
    <dgm:cxn modelId="{45861747-A5ED-4685-A482-EB4B39C0F1DB}" type="presOf" srcId="{AB7A4388-3408-4B7B-A142-0B4A85AA2E96}" destId="{9683CC0A-5147-4C96-B5E3-0662C5F4F6B8}" srcOrd="0" destOrd="0" presId="urn:microsoft.com/office/officeart/2016/7/layout/RepeatingBendingProcessNew"/>
    <dgm:cxn modelId="{9BBBC548-933D-4100-A53F-A18BCA9707E8}" type="presOf" srcId="{CA77BAF2-EEDF-4BE8-B042-3AC5B4CCDDFE}" destId="{5E45C6B5-3A9C-43C3-848D-D137E25A80BF}" srcOrd="0" destOrd="0" presId="urn:microsoft.com/office/officeart/2016/7/layout/RepeatingBendingProcessNew"/>
    <dgm:cxn modelId="{33E6494B-DD1A-49AC-B409-B61F81B08857}" srcId="{4C06A53D-38C2-4E18-82D3-6305769BEA4D}" destId="{93E9E76E-FE73-4268-AF57-A99F1B118B92}" srcOrd="2" destOrd="0" parTransId="{07765C2D-5CEB-4D1E-9F59-77F1B34BEFB7}" sibTransId="{CA77BAF2-EEDF-4BE8-B042-3AC5B4CCDDFE}"/>
    <dgm:cxn modelId="{DBD3B94D-06AE-4A2E-BFE0-F87B5CC1ED93}" srcId="{4C06A53D-38C2-4E18-82D3-6305769BEA4D}" destId="{692184C6-825D-4BC8-BFA0-8CF0B3158A19}" srcOrd="3" destOrd="0" parTransId="{4E1F585A-5DDF-436F-932A-D281B8DA6C8E}" sibTransId="{AB7A4388-3408-4B7B-A142-0B4A85AA2E96}"/>
    <dgm:cxn modelId="{1A21246F-9591-41A4-87AB-5358FD63878B}" type="presOf" srcId="{AB7A4388-3408-4B7B-A142-0B4A85AA2E96}" destId="{FE0537A3-9145-41D5-B85F-7055F0C40099}" srcOrd="1" destOrd="0" presId="urn:microsoft.com/office/officeart/2016/7/layout/RepeatingBendingProcessNew"/>
    <dgm:cxn modelId="{BD680B53-005C-4378-B5EF-41AF7F86EF8C}" type="presOf" srcId="{3E7A8269-E78D-43F5-8370-1C38691E5E03}" destId="{AC7823DD-CB9F-49DF-8908-3EDE81986D6C}" srcOrd="0" destOrd="0" presId="urn:microsoft.com/office/officeart/2016/7/layout/RepeatingBendingProcessNew"/>
    <dgm:cxn modelId="{E9825455-426C-4D83-83CA-C9B6BE695C7D}" srcId="{4C06A53D-38C2-4E18-82D3-6305769BEA4D}" destId="{6BF320B9-F37E-468A-950A-09A4383D7A75}" srcOrd="4" destOrd="0" parTransId="{181DC8D4-F125-4741-9A47-D70556DB06DD}" sibTransId="{6089E5F5-C66A-4417-8974-B071CE174104}"/>
    <dgm:cxn modelId="{4AC74876-CE90-4AD5-A8AA-353733FC57C2}" srcId="{4C06A53D-38C2-4E18-82D3-6305769BEA4D}" destId="{3E7A8269-E78D-43F5-8370-1C38691E5E03}" srcOrd="6" destOrd="0" parTransId="{38028CC1-9CDF-46F3-A322-3632B4511810}" sibTransId="{7D6DB88E-3F2B-4A9D-8462-B37843D4CF6A}"/>
    <dgm:cxn modelId="{CE8CDE7D-2B21-4D6D-B436-DF8BF0D98073}" srcId="{4C06A53D-38C2-4E18-82D3-6305769BEA4D}" destId="{293614FD-922D-4F2F-8FDB-E224FDBDF82E}" srcOrd="0" destOrd="0" parTransId="{C5C7D0D4-AD09-40B4-A695-BC825338C127}" sibTransId="{15E5A1D0-550D-478D-BCA2-7F1DD00CC418}"/>
    <dgm:cxn modelId="{FA6A0E9D-83A0-4999-B7FC-22AC0F5E6701}" srcId="{4C06A53D-38C2-4E18-82D3-6305769BEA4D}" destId="{06BFC467-507B-4A5C-974E-992D128A6DC0}" srcOrd="1" destOrd="0" parTransId="{E585C32F-E6B5-436E-89A5-88D5CA2EB44D}" sibTransId="{CD2E6B4C-13F5-41EF-AF40-13FEDC539F99}"/>
    <dgm:cxn modelId="{2A6B409D-EF65-433A-9D82-D1D8923C6EE9}" type="presOf" srcId="{4C06A53D-38C2-4E18-82D3-6305769BEA4D}" destId="{0DD0B4FE-E24B-465E-8F98-09B9E4A12764}" srcOrd="0" destOrd="0" presId="urn:microsoft.com/office/officeart/2016/7/layout/RepeatingBendingProcessNew"/>
    <dgm:cxn modelId="{B0D3CAA5-0A2C-481F-A7BD-91DFE78DA1D1}" type="presOf" srcId="{692184C6-825D-4BC8-BFA0-8CF0B3158A19}" destId="{EC88B1DF-E7F3-4FF3-8785-9E50D894895C}" srcOrd="0" destOrd="0" presId="urn:microsoft.com/office/officeart/2016/7/layout/RepeatingBendingProcessNew"/>
    <dgm:cxn modelId="{DE4ED4AB-11D0-494A-98F8-413B8CEAD24E}" type="presOf" srcId="{15E5A1D0-550D-478D-BCA2-7F1DD00CC418}" destId="{1EC04997-5AFB-417C-BCD8-2B969632EECA}" srcOrd="0" destOrd="0" presId="urn:microsoft.com/office/officeart/2016/7/layout/RepeatingBendingProcessNew"/>
    <dgm:cxn modelId="{F6955BB3-369E-454D-828E-05F5E183F474}" srcId="{4C06A53D-38C2-4E18-82D3-6305769BEA4D}" destId="{8C60F7A0-41F2-4224-B15B-D971EC559D51}" srcOrd="5" destOrd="0" parTransId="{CCD7C2C7-76AC-44AA-9008-0AB09DAE615E}" sibTransId="{ED92869D-00E7-4FB6-8778-C9ED3E5FA890}"/>
    <dgm:cxn modelId="{59331EB9-3989-4296-AF98-64A37F4C173C}" type="presOf" srcId="{CA77BAF2-EEDF-4BE8-B042-3AC5B4CCDDFE}" destId="{FEA2B2EB-775E-44D0-8727-35E25E965DA0}" srcOrd="1" destOrd="0" presId="urn:microsoft.com/office/officeart/2016/7/layout/RepeatingBendingProcessNew"/>
    <dgm:cxn modelId="{833006CF-36A4-46F6-B18C-2FE20DF58F50}" type="presOf" srcId="{293614FD-922D-4F2F-8FDB-E224FDBDF82E}" destId="{1D556C8C-8ECA-4CB1-8389-C73CF0121175}" srcOrd="0" destOrd="0" presId="urn:microsoft.com/office/officeart/2016/7/layout/RepeatingBendingProcessNew"/>
    <dgm:cxn modelId="{8B24C0D4-9887-42ED-8D17-443C9B4DDFCC}" type="presOf" srcId="{6089E5F5-C66A-4417-8974-B071CE174104}" destId="{4C858ED6-B2C2-4E61-AA02-739C0418096A}" srcOrd="0" destOrd="0" presId="urn:microsoft.com/office/officeart/2016/7/layout/RepeatingBendingProcessNew"/>
    <dgm:cxn modelId="{89D236DB-1EDD-4733-86ED-60A937FEC8F4}" type="presOf" srcId="{ED92869D-00E7-4FB6-8778-C9ED3E5FA890}" destId="{C19D6DD9-41A3-4D5A-AEFD-578E99452ED2}" srcOrd="1" destOrd="0" presId="urn:microsoft.com/office/officeart/2016/7/layout/RepeatingBendingProcessNew"/>
    <dgm:cxn modelId="{E705EFE1-6E2D-490B-B1C4-B9F2F555CCD7}" type="presOf" srcId="{8C60F7A0-41F2-4224-B15B-D971EC559D51}" destId="{622018BB-44B2-4848-902F-44401E584110}" srcOrd="0" destOrd="0" presId="urn:microsoft.com/office/officeart/2016/7/layout/RepeatingBendingProcessNew"/>
    <dgm:cxn modelId="{2CC5C8E8-85F9-43B9-A066-F66780346D0D}" type="presOf" srcId="{6BF320B9-F37E-468A-950A-09A4383D7A75}" destId="{B53AE5C1-7E4D-4FE0-98D1-AF3A48C4A557}" srcOrd="0" destOrd="0" presId="urn:microsoft.com/office/officeart/2016/7/layout/RepeatingBendingProcessNew"/>
    <dgm:cxn modelId="{31F3ECEE-935C-4B19-B768-44AC4C44EAB8}" type="presOf" srcId="{15E5A1D0-550D-478D-BCA2-7F1DD00CC418}" destId="{6C618EA1-CC1C-4897-8F6C-C92E936400C6}" srcOrd="1" destOrd="0" presId="urn:microsoft.com/office/officeart/2016/7/layout/RepeatingBendingProcessNew"/>
    <dgm:cxn modelId="{A553EFF0-46D4-485A-B542-81157C7B9A6F}" type="presOf" srcId="{CD2E6B4C-13F5-41EF-AF40-13FEDC539F99}" destId="{915AEE30-5970-4D6B-BD9D-914D1D796458}" srcOrd="1" destOrd="0" presId="urn:microsoft.com/office/officeart/2016/7/layout/RepeatingBendingProcessNew"/>
    <dgm:cxn modelId="{23695768-D8E3-4427-AEB2-B23EFD21163A}" type="presParOf" srcId="{0DD0B4FE-E24B-465E-8F98-09B9E4A12764}" destId="{1D556C8C-8ECA-4CB1-8389-C73CF0121175}" srcOrd="0" destOrd="0" presId="urn:microsoft.com/office/officeart/2016/7/layout/RepeatingBendingProcessNew"/>
    <dgm:cxn modelId="{27663EBF-90A5-4E1F-B400-9AFBC542B4CA}" type="presParOf" srcId="{0DD0B4FE-E24B-465E-8F98-09B9E4A12764}" destId="{1EC04997-5AFB-417C-BCD8-2B969632EECA}" srcOrd="1" destOrd="0" presId="urn:microsoft.com/office/officeart/2016/7/layout/RepeatingBendingProcessNew"/>
    <dgm:cxn modelId="{B12A7C01-891B-4A48-9395-B21E3432C75B}" type="presParOf" srcId="{1EC04997-5AFB-417C-BCD8-2B969632EECA}" destId="{6C618EA1-CC1C-4897-8F6C-C92E936400C6}" srcOrd="0" destOrd="0" presId="urn:microsoft.com/office/officeart/2016/7/layout/RepeatingBendingProcessNew"/>
    <dgm:cxn modelId="{9EC0FA8D-9335-4AF4-9D33-2336EF35B703}" type="presParOf" srcId="{0DD0B4FE-E24B-465E-8F98-09B9E4A12764}" destId="{23C79369-7B1C-4D75-B5BF-3E29287F678B}" srcOrd="2" destOrd="0" presId="urn:microsoft.com/office/officeart/2016/7/layout/RepeatingBendingProcessNew"/>
    <dgm:cxn modelId="{4613C0D7-3B90-4F15-A7D5-DD827F5BE140}" type="presParOf" srcId="{0DD0B4FE-E24B-465E-8F98-09B9E4A12764}" destId="{EB4FDB93-F7A7-4A36-BDDE-1FF0EF75439B}" srcOrd="3" destOrd="0" presId="urn:microsoft.com/office/officeart/2016/7/layout/RepeatingBendingProcessNew"/>
    <dgm:cxn modelId="{EE0AE569-EB7C-4584-A64A-B181B0E2B004}" type="presParOf" srcId="{EB4FDB93-F7A7-4A36-BDDE-1FF0EF75439B}" destId="{915AEE30-5970-4D6B-BD9D-914D1D796458}" srcOrd="0" destOrd="0" presId="urn:microsoft.com/office/officeart/2016/7/layout/RepeatingBendingProcessNew"/>
    <dgm:cxn modelId="{DEDD229F-AFCD-4EC9-A462-7A5DF4CCE82E}" type="presParOf" srcId="{0DD0B4FE-E24B-465E-8F98-09B9E4A12764}" destId="{2C07BDC1-25B6-41FB-8C8E-63BDA8D388DE}" srcOrd="4" destOrd="0" presId="urn:microsoft.com/office/officeart/2016/7/layout/RepeatingBendingProcessNew"/>
    <dgm:cxn modelId="{2C301304-347D-4140-9846-EDB29F78B10A}" type="presParOf" srcId="{0DD0B4FE-E24B-465E-8F98-09B9E4A12764}" destId="{5E45C6B5-3A9C-43C3-848D-D137E25A80BF}" srcOrd="5" destOrd="0" presId="urn:microsoft.com/office/officeart/2016/7/layout/RepeatingBendingProcessNew"/>
    <dgm:cxn modelId="{6EFB5B1C-9921-4CB9-BFC4-2E9E8F5EA2BF}" type="presParOf" srcId="{5E45C6B5-3A9C-43C3-848D-D137E25A80BF}" destId="{FEA2B2EB-775E-44D0-8727-35E25E965DA0}" srcOrd="0" destOrd="0" presId="urn:microsoft.com/office/officeart/2016/7/layout/RepeatingBendingProcessNew"/>
    <dgm:cxn modelId="{39EC9DCB-36CE-4359-A355-5F9697F87F10}" type="presParOf" srcId="{0DD0B4FE-E24B-465E-8F98-09B9E4A12764}" destId="{EC88B1DF-E7F3-4FF3-8785-9E50D894895C}" srcOrd="6" destOrd="0" presId="urn:microsoft.com/office/officeart/2016/7/layout/RepeatingBendingProcessNew"/>
    <dgm:cxn modelId="{3F3C4C0F-E5ED-4DC3-9F86-475D36D88A2E}" type="presParOf" srcId="{0DD0B4FE-E24B-465E-8F98-09B9E4A12764}" destId="{9683CC0A-5147-4C96-B5E3-0662C5F4F6B8}" srcOrd="7" destOrd="0" presId="urn:microsoft.com/office/officeart/2016/7/layout/RepeatingBendingProcessNew"/>
    <dgm:cxn modelId="{83C73F80-6B72-4FE3-A0BB-B65FD6478E8C}" type="presParOf" srcId="{9683CC0A-5147-4C96-B5E3-0662C5F4F6B8}" destId="{FE0537A3-9145-41D5-B85F-7055F0C40099}" srcOrd="0" destOrd="0" presId="urn:microsoft.com/office/officeart/2016/7/layout/RepeatingBendingProcessNew"/>
    <dgm:cxn modelId="{979A9B48-A360-4F7A-BCAD-1AB885749439}" type="presParOf" srcId="{0DD0B4FE-E24B-465E-8F98-09B9E4A12764}" destId="{B53AE5C1-7E4D-4FE0-98D1-AF3A48C4A557}" srcOrd="8" destOrd="0" presId="urn:microsoft.com/office/officeart/2016/7/layout/RepeatingBendingProcessNew"/>
    <dgm:cxn modelId="{A0EF16C7-A76F-448C-98E3-1388CDF45546}" type="presParOf" srcId="{0DD0B4FE-E24B-465E-8F98-09B9E4A12764}" destId="{4C858ED6-B2C2-4E61-AA02-739C0418096A}" srcOrd="9" destOrd="0" presId="urn:microsoft.com/office/officeart/2016/7/layout/RepeatingBendingProcessNew"/>
    <dgm:cxn modelId="{697289DA-EE89-4357-92E3-019ECD2D1320}" type="presParOf" srcId="{4C858ED6-B2C2-4E61-AA02-739C0418096A}" destId="{6B799C8E-1229-42D1-94F2-844C982C4D42}" srcOrd="0" destOrd="0" presId="urn:microsoft.com/office/officeart/2016/7/layout/RepeatingBendingProcessNew"/>
    <dgm:cxn modelId="{C6911A43-E161-4054-8254-DFBC7058260D}" type="presParOf" srcId="{0DD0B4FE-E24B-465E-8F98-09B9E4A12764}" destId="{622018BB-44B2-4848-902F-44401E584110}" srcOrd="10" destOrd="0" presId="urn:microsoft.com/office/officeart/2016/7/layout/RepeatingBendingProcessNew"/>
    <dgm:cxn modelId="{46AA05D3-E781-4783-9D72-EB2178E2869D}" type="presParOf" srcId="{0DD0B4FE-E24B-465E-8F98-09B9E4A12764}" destId="{BE38393C-19E9-4780-A9E5-094F174D330A}" srcOrd="11" destOrd="0" presId="urn:microsoft.com/office/officeart/2016/7/layout/RepeatingBendingProcessNew"/>
    <dgm:cxn modelId="{ABD3610C-D0AF-45A2-8F9E-15A75F09FCB5}" type="presParOf" srcId="{BE38393C-19E9-4780-A9E5-094F174D330A}" destId="{C19D6DD9-41A3-4D5A-AEFD-578E99452ED2}" srcOrd="0" destOrd="0" presId="urn:microsoft.com/office/officeart/2016/7/layout/RepeatingBendingProcessNew"/>
    <dgm:cxn modelId="{8260C7E0-2088-49F3-B160-AEEE655E744D}" type="presParOf" srcId="{0DD0B4FE-E24B-465E-8F98-09B9E4A12764}" destId="{AC7823DD-CB9F-49DF-8908-3EDE81986D6C}" srcOrd="12"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C04997-5AFB-417C-BCD8-2B969632EECA}">
      <dsp:nvSpPr>
        <dsp:cNvPr id="0" name=""/>
        <dsp:cNvSpPr/>
      </dsp:nvSpPr>
      <dsp:spPr>
        <a:xfrm>
          <a:off x="1771597" y="924774"/>
          <a:ext cx="376901" cy="91440"/>
        </a:xfrm>
        <a:custGeom>
          <a:avLst/>
          <a:gdLst/>
          <a:ahLst/>
          <a:cxnLst/>
          <a:rect l="0" t="0" r="0" b="0"/>
          <a:pathLst>
            <a:path>
              <a:moveTo>
                <a:pt x="0" y="45720"/>
              </a:moveTo>
              <a:lnTo>
                <a:pt x="376901" y="45720"/>
              </a:lnTo>
            </a:path>
          </a:pathLst>
        </a:custGeom>
        <a:noFill/>
        <a:ln w="9525" cap="flat"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49860" y="968457"/>
        <a:ext cx="20375" cy="4075"/>
      </dsp:txXfrm>
    </dsp:sp>
    <dsp:sp modelId="{1D556C8C-8ECA-4CB1-8389-C73CF0121175}">
      <dsp:nvSpPr>
        <dsp:cNvPr id="0" name=""/>
        <dsp:cNvSpPr/>
      </dsp:nvSpPr>
      <dsp:spPr>
        <a:xfrm>
          <a:off x="1654" y="438971"/>
          <a:ext cx="1771743" cy="106304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6817" tIns="91130" rIns="86817" bIns="91130" numCol="1" spcCol="1270" anchor="ctr" anchorCtr="0">
          <a:noAutofit/>
        </a:bodyPr>
        <a:lstStyle/>
        <a:p>
          <a:pPr marL="0" lvl="0" indent="0" algn="ctr" defTabSz="711200">
            <a:lnSpc>
              <a:spcPct val="90000"/>
            </a:lnSpc>
            <a:spcBef>
              <a:spcPct val="0"/>
            </a:spcBef>
            <a:spcAft>
              <a:spcPct val="35000"/>
            </a:spcAft>
            <a:buNone/>
          </a:pPr>
          <a:r>
            <a:rPr lang="en-US" sz="1600" kern="1200"/>
            <a:t>Understand the problem</a:t>
          </a:r>
        </a:p>
      </dsp:txBody>
      <dsp:txXfrm>
        <a:off x="1654" y="438971"/>
        <a:ext cx="1771743" cy="1063046"/>
      </dsp:txXfrm>
    </dsp:sp>
    <dsp:sp modelId="{EB4FDB93-F7A7-4A36-BDDE-1FF0EF75439B}">
      <dsp:nvSpPr>
        <dsp:cNvPr id="0" name=""/>
        <dsp:cNvSpPr/>
      </dsp:nvSpPr>
      <dsp:spPr>
        <a:xfrm>
          <a:off x="3950841" y="924774"/>
          <a:ext cx="376901" cy="91440"/>
        </a:xfrm>
        <a:custGeom>
          <a:avLst/>
          <a:gdLst/>
          <a:ahLst/>
          <a:cxnLst/>
          <a:rect l="0" t="0" r="0" b="0"/>
          <a:pathLst>
            <a:path>
              <a:moveTo>
                <a:pt x="0" y="45720"/>
              </a:moveTo>
              <a:lnTo>
                <a:pt x="376901" y="45720"/>
              </a:lnTo>
            </a:path>
          </a:pathLst>
        </a:custGeom>
        <a:noFill/>
        <a:ln w="9525" cap="flat" cmpd="sng" algn="ctr">
          <a:solidFill>
            <a:schemeClr val="accent2">
              <a:hueOff val="302889"/>
              <a:satOff val="-2100"/>
              <a:lumOff val="-1412"/>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29104" y="968457"/>
        <a:ext cx="20375" cy="4075"/>
      </dsp:txXfrm>
    </dsp:sp>
    <dsp:sp modelId="{23C79369-7B1C-4D75-B5BF-3E29287F678B}">
      <dsp:nvSpPr>
        <dsp:cNvPr id="0" name=""/>
        <dsp:cNvSpPr/>
      </dsp:nvSpPr>
      <dsp:spPr>
        <a:xfrm>
          <a:off x="2180898" y="438971"/>
          <a:ext cx="1771743" cy="1063046"/>
        </a:xfrm>
        <a:prstGeom prst="rect">
          <a:avLst/>
        </a:prstGeom>
        <a:solidFill>
          <a:schemeClr val="accent2">
            <a:hueOff val="252407"/>
            <a:satOff val="-1750"/>
            <a:lumOff val="-117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6817" tIns="91130" rIns="86817" bIns="91130" numCol="1" spcCol="1270" anchor="ctr" anchorCtr="0">
          <a:noAutofit/>
        </a:bodyPr>
        <a:lstStyle/>
        <a:p>
          <a:pPr marL="0" lvl="0" indent="0" algn="ctr" defTabSz="711200">
            <a:lnSpc>
              <a:spcPct val="90000"/>
            </a:lnSpc>
            <a:spcBef>
              <a:spcPct val="0"/>
            </a:spcBef>
            <a:spcAft>
              <a:spcPct val="35000"/>
            </a:spcAft>
            <a:buNone/>
          </a:pPr>
          <a:r>
            <a:rPr lang="en-US" sz="1600" kern="1200"/>
            <a:t>Collect and Prepare data</a:t>
          </a:r>
        </a:p>
      </dsp:txBody>
      <dsp:txXfrm>
        <a:off x="2180898" y="438971"/>
        <a:ext cx="1771743" cy="1063046"/>
      </dsp:txXfrm>
    </dsp:sp>
    <dsp:sp modelId="{5E45C6B5-3A9C-43C3-848D-D137E25A80BF}">
      <dsp:nvSpPr>
        <dsp:cNvPr id="0" name=""/>
        <dsp:cNvSpPr/>
      </dsp:nvSpPr>
      <dsp:spPr>
        <a:xfrm>
          <a:off x="6130086" y="924774"/>
          <a:ext cx="376901" cy="91440"/>
        </a:xfrm>
        <a:custGeom>
          <a:avLst/>
          <a:gdLst/>
          <a:ahLst/>
          <a:cxnLst/>
          <a:rect l="0" t="0" r="0" b="0"/>
          <a:pathLst>
            <a:path>
              <a:moveTo>
                <a:pt x="0" y="45720"/>
              </a:moveTo>
              <a:lnTo>
                <a:pt x="376901" y="45720"/>
              </a:lnTo>
            </a:path>
          </a:pathLst>
        </a:custGeom>
        <a:noFill/>
        <a:ln w="9525" cap="flat" cmpd="sng" algn="ctr">
          <a:solidFill>
            <a:schemeClr val="accent2">
              <a:hueOff val="605778"/>
              <a:satOff val="-4201"/>
              <a:lumOff val="-2824"/>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308349" y="968457"/>
        <a:ext cx="20375" cy="4075"/>
      </dsp:txXfrm>
    </dsp:sp>
    <dsp:sp modelId="{2C07BDC1-25B6-41FB-8C8E-63BDA8D388DE}">
      <dsp:nvSpPr>
        <dsp:cNvPr id="0" name=""/>
        <dsp:cNvSpPr/>
      </dsp:nvSpPr>
      <dsp:spPr>
        <a:xfrm>
          <a:off x="4360143" y="438971"/>
          <a:ext cx="1771743" cy="1063046"/>
        </a:xfrm>
        <a:prstGeom prst="rect">
          <a:avLst/>
        </a:prstGeom>
        <a:solidFill>
          <a:schemeClr val="accent2">
            <a:hueOff val="504815"/>
            <a:satOff val="-3501"/>
            <a:lumOff val="-2353"/>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6817" tIns="91130" rIns="86817" bIns="91130" numCol="1" spcCol="1270" anchor="ctr" anchorCtr="0">
          <a:noAutofit/>
        </a:bodyPr>
        <a:lstStyle/>
        <a:p>
          <a:pPr marL="0" lvl="0" indent="0" algn="ctr" defTabSz="711200">
            <a:lnSpc>
              <a:spcPct val="90000"/>
            </a:lnSpc>
            <a:spcBef>
              <a:spcPct val="0"/>
            </a:spcBef>
            <a:spcAft>
              <a:spcPct val="35000"/>
            </a:spcAft>
            <a:buNone/>
          </a:pPr>
          <a:r>
            <a:rPr lang="en-US" sz="1600" kern="1200"/>
            <a:t>Choose a training method</a:t>
          </a:r>
        </a:p>
      </dsp:txBody>
      <dsp:txXfrm>
        <a:off x="4360143" y="438971"/>
        <a:ext cx="1771743" cy="1063046"/>
      </dsp:txXfrm>
    </dsp:sp>
    <dsp:sp modelId="{9683CC0A-5147-4C96-B5E3-0662C5F4F6B8}">
      <dsp:nvSpPr>
        <dsp:cNvPr id="0" name=""/>
        <dsp:cNvSpPr/>
      </dsp:nvSpPr>
      <dsp:spPr>
        <a:xfrm>
          <a:off x="887525" y="1500217"/>
          <a:ext cx="6537733" cy="376901"/>
        </a:xfrm>
        <a:custGeom>
          <a:avLst/>
          <a:gdLst/>
          <a:ahLst/>
          <a:cxnLst/>
          <a:rect l="0" t="0" r="0" b="0"/>
          <a:pathLst>
            <a:path>
              <a:moveTo>
                <a:pt x="6537733" y="0"/>
              </a:moveTo>
              <a:lnTo>
                <a:pt x="6537733" y="205550"/>
              </a:lnTo>
              <a:lnTo>
                <a:pt x="0" y="205550"/>
              </a:lnTo>
              <a:lnTo>
                <a:pt x="0" y="376901"/>
              </a:lnTo>
            </a:path>
          </a:pathLst>
        </a:custGeom>
        <a:noFill/>
        <a:ln w="9525" cap="flat" cmpd="sng" algn="ctr">
          <a:solidFill>
            <a:schemeClr val="accent2">
              <a:hueOff val="908666"/>
              <a:satOff val="-6301"/>
              <a:lumOff val="-4236"/>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92631" y="1686630"/>
        <a:ext cx="327521" cy="4075"/>
      </dsp:txXfrm>
    </dsp:sp>
    <dsp:sp modelId="{EC88B1DF-E7F3-4FF3-8785-9E50D894895C}">
      <dsp:nvSpPr>
        <dsp:cNvPr id="0" name=""/>
        <dsp:cNvSpPr/>
      </dsp:nvSpPr>
      <dsp:spPr>
        <a:xfrm>
          <a:off x="6539387" y="438971"/>
          <a:ext cx="1771743" cy="1063046"/>
        </a:xfrm>
        <a:prstGeom prst="rect">
          <a:avLst/>
        </a:prstGeom>
        <a:solidFill>
          <a:schemeClr val="accent2">
            <a:hueOff val="757222"/>
            <a:satOff val="-5251"/>
            <a:lumOff val="-353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6817" tIns="91130" rIns="86817" bIns="91130" numCol="1" spcCol="1270" anchor="ctr" anchorCtr="0">
          <a:noAutofit/>
        </a:bodyPr>
        <a:lstStyle/>
        <a:p>
          <a:pPr marL="0" lvl="0" indent="0" algn="ctr" defTabSz="711200">
            <a:lnSpc>
              <a:spcPct val="90000"/>
            </a:lnSpc>
            <a:spcBef>
              <a:spcPct val="0"/>
            </a:spcBef>
            <a:spcAft>
              <a:spcPct val="35000"/>
            </a:spcAft>
            <a:buNone/>
          </a:pPr>
          <a:r>
            <a:rPr lang="en-US" sz="1600" kern="1200"/>
            <a:t>Train your model</a:t>
          </a:r>
        </a:p>
      </dsp:txBody>
      <dsp:txXfrm>
        <a:off x="6539387" y="438971"/>
        <a:ext cx="1771743" cy="1063046"/>
      </dsp:txXfrm>
    </dsp:sp>
    <dsp:sp modelId="{4C858ED6-B2C2-4E61-AA02-739C0418096A}">
      <dsp:nvSpPr>
        <dsp:cNvPr id="0" name=""/>
        <dsp:cNvSpPr/>
      </dsp:nvSpPr>
      <dsp:spPr>
        <a:xfrm>
          <a:off x="1771597" y="2395322"/>
          <a:ext cx="376901" cy="91440"/>
        </a:xfrm>
        <a:custGeom>
          <a:avLst/>
          <a:gdLst/>
          <a:ahLst/>
          <a:cxnLst/>
          <a:rect l="0" t="0" r="0" b="0"/>
          <a:pathLst>
            <a:path>
              <a:moveTo>
                <a:pt x="0" y="45720"/>
              </a:moveTo>
              <a:lnTo>
                <a:pt x="376901" y="45720"/>
              </a:lnTo>
            </a:path>
          </a:pathLst>
        </a:custGeom>
        <a:noFill/>
        <a:ln w="9525" cap="flat" cmpd="sng" algn="ctr">
          <a:solidFill>
            <a:schemeClr val="accent2">
              <a:hueOff val="1211555"/>
              <a:satOff val="-8402"/>
              <a:lumOff val="-5648"/>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949860" y="2439004"/>
        <a:ext cx="20375" cy="4075"/>
      </dsp:txXfrm>
    </dsp:sp>
    <dsp:sp modelId="{B53AE5C1-7E4D-4FE0-98D1-AF3A48C4A557}">
      <dsp:nvSpPr>
        <dsp:cNvPr id="0" name=""/>
        <dsp:cNvSpPr/>
      </dsp:nvSpPr>
      <dsp:spPr>
        <a:xfrm>
          <a:off x="1654" y="1909519"/>
          <a:ext cx="1771743" cy="1063046"/>
        </a:xfrm>
        <a:prstGeom prst="rect">
          <a:avLst/>
        </a:prstGeom>
        <a:solidFill>
          <a:schemeClr val="accent2">
            <a:hueOff val="1009629"/>
            <a:satOff val="-7001"/>
            <a:lumOff val="-4707"/>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6817" tIns="91130" rIns="86817" bIns="91130" numCol="1" spcCol="1270" anchor="ctr" anchorCtr="0">
          <a:noAutofit/>
        </a:bodyPr>
        <a:lstStyle/>
        <a:p>
          <a:pPr marL="0" lvl="0" indent="0" algn="ctr" defTabSz="711200">
            <a:lnSpc>
              <a:spcPct val="90000"/>
            </a:lnSpc>
            <a:spcBef>
              <a:spcPct val="0"/>
            </a:spcBef>
            <a:spcAft>
              <a:spcPct val="35000"/>
            </a:spcAft>
            <a:buNone/>
          </a:pPr>
          <a:r>
            <a:rPr lang="en-US" sz="1600" kern="1200"/>
            <a:t>Evaluate the model</a:t>
          </a:r>
        </a:p>
      </dsp:txBody>
      <dsp:txXfrm>
        <a:off x="1654" y="1909519"/>
        <a:ext cx="1771743" cy="1063046"/>
      </dsp:txXfrm>
    </dsp:sp>
    <dsp:sp modelId="{BE38393C-19E9-4780-A9E5-094F174D330A}">
      <dsp:nvSpPr>
        <dsp:cNvPr id="0" name=""/>
        <dsp:cNvSpPr/>
      </dsp:nvSpPr>
      <dsp:spPr>
        <a:xfrm>
          <a:off x="3950841" y="2395322"/>
          <a:ext cx="376901" cy="91440"/>
        </a:xfrm>
        <a:custGeom>
          <a:avLst/>
          <a:gdLst/>
          <a:ahLst/>
          <a:cxnLst/>
          <a:rect l="0" t="0" r="0" b="0"/>
          <a:pathLst>
            <a:path>
              <a:moveTo>
                <a:pt x="0" y="45720"/>
              </a:moveTo>
              <a:lnTo>
                <a:pt x="376901" y="45720"/>
              </a:lnTo>
            </a:path>
          </a:pathLst>
        </a:custGeom>
        <a:noFill/>
        <a:ln w="9525" cap="flat" cmpd="sng" algn="ctr">
          <a:solidFill>
            <a:schemeClr val="accent2">
              <a:hueOff val="1514444"/>
              <a:satOff val="-10502"/>
              <a:lumOff val="-706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129104" y="2439004"/>
        <a:ext cx="20375" cy="4075"/>
      </dsp:txXfrm>
    </dsp:sp>
    <dsp:sp modelId="{622018BB-44B2-4848-902F-44401E584110}">
      <dsp:nvSpPr>
        <dsp:cNvPr id="0" name=""/>
        <dsp:cNvSpPr/>
      </dsp:nvSpPr>
      <dsp:spPr>
        <a:xfrm>
          <a:off x="2180898" y="1909519"/>
          <a:ext cx="1771743" cy="1063046"/>
        </a:xfrm>
        <a:prstGeom prst="rect">
          <a:avLst/>
        </a:prstGeom>
        <a:solidFill>
          <a:schemeClr val="accent2">
            <a:hueOff val="1262037"/>
            <a:satOff val="-8752"/>
            <a:lumOff val="-5883"/>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6817" tIns="91130" rIns="86817" bIns="91130" numCol="1" spcCol="1270" anchor="ctr" anchorCtr="0">
          <a:noAutofit/>
        </a:bodyPr>
        <a:lstStyle/>
        <a:p>
          <a:pPr marL="0" lvl="0" indent="0" algn="ctr" defTabSz="711200">
            <a:lnSpc>
              <a:spcPct val="90000"/>
            </a:lnSpc>
            <a:spcBef>
              <a:spcPct val="0"/>
            </a:spcBef>
            <a:spcAft>
              <a:spcPct val="35000"/>
            </a:spcAft>
            <a:buNone/>
          </a:pPr>
          <a:r>
            <a:rPr lang="en-US" sz="1600" kern="1200"/>
            <a:t>Parameter tuning</a:t>
          </a:r>
        </a:p>
      </dsp:txBody>
      <dsp:txXfrm>
        <a:off x="2180898" y="1909519"/>
        <a:ext cx="1771743" cy="1063046"/>
      </dsp:txXfrm>
    </dsp:sp>
    <dsp:sp modelId="{AC7823DD-CB9F-49DF-8908-3EDE81986D6C}">
      <dsp:nvSpPr>
        <dsp:cNvPr id="0" name=""/>
        <dsp:cNvSpPr/>
      </dsp:nvSpPr>
      <dsp:spPr>
        <a:xfrm>
          <a:off x="4360143" y="1909519"/>
          <a:ext cx="1771743" cy="1063046"/>
        </a:xfrm>
        <a:prstGeom prst="rect">
          <a:avLst/>
        </a:prstGeom>
        <a:solidFill>
          <a:schemeClr val="accent2">
            <a:hueOff val="1514444"/>
            <a:satOff val="-10502"/>
            <a:lumOff val="-706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6817" tIns="91130" rIns="86817" bIns="91130" numCol="1" spcCol="1270" anchor="ctr" anchorCtr="0">
          <a:noAutofit/>
        </a:bodyPr>
        <a:lstStyle/>
        <a:p>
          <a:pPr marL="0" lvl="0" indent="0" algn="ctr" defTabSz="711200">
            <a:lnSpc>
              <a:spcPct val="90000"/>
            </a:lnSpc>
            <a:spcBef>
              <a:spcPct val="0"/>
            </a:spcBef>
            <a:spcAft>
              <a:spcPct val="35000"/>
            </a:spcAft>
            <a:buNone/>
          </a:pPr>
          <a:r>
            <a:rPr lang="en-US" sz="1600" kern="1200"/>
            <a:t>Predict</a:t>
          </a:r>
        </a:p>
      </dsp:txBody>
      <dsp:txXfrm>
        <a:off x="4360143" y="1909519"/>
        <a:ext cx="1771743" cy="1063046"/>
      </dsp:txXfrm>
    </dsp:sp>
  </dsp:spTree>
</dsp:drawing>
</file>

<file path=ppt/diagrams/layout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8DDEDB-8A5B-499D-9A92-1B9ACDE3F291}" type="datetimeFigureOut">
              <a:t>4/27/2022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2F8EF63-4FC0-470F-9A74-4E0AF7ACEA4C}" type="slidenum">
              <a:t>‹#›</a:t>
            </a:fld>
            <a:endParaRPr lang="en-US"/>
          </a:p>
        </p:txBody>
      </p:sp>
    </p:spTree>
    <p:extLst>
      <p:ext uri="{BB962C8B-B14F-4D97-AF65-F5344CB8AC3E}">
        <p14:creationId xmlns:p14="http://schemas.microsoft.com/office/powerpoint/2010/main" val="3314552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datasciencecentral.com/profiles/blogs/an-introduction-to-variable-and-feature-selection" TargetMode="External"/><Relationship Id="rId2" Type="http://schemas.openxmlformats.org/officeDocument/2006/relationships/slide" Target="../slides/slide4.xml"/><Relationship Id="rId1" Type="http://schemas.openxmlformats.org/officeDocument/2006/relationships/notesMaster" Target="../notesMasters/notesMaster1.xml"/><Relationship Id="rId4" Type="http://schemas.openxmlformats.org/officeDocument/2006/relationships/hyperlink" Target="https://microsoft.github.io/ML-For-Beginners/#/1-Introduction/4-techniques-of-ML/README?id=split-your-dataset"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towardsdatascience.com/country-wise-visual-analysis-of-music-taste-using-spotify-api-seaborn-in-python-77f5b749b421"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scikit-learn.org/stable/modules/clustering.html#k-means"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cs typeface="Calibri"/>
              </a:rPr>
              <a:t>Feature &amp; Target - </a:t>
            </a:r>
            <a:r>
              <a:rPr lang="en-US"/>
              <a:t>A </a:t>
            </a:r>
            <a:r>
              <a:rPr lang="en-US">
                <a:hlinkClick r:id="rId3"/>
              </a:rPr>
              <a:t>feature</a:t>
            </a:r>
            <a:r>
              <a:rPr lang="en-US"/>
              <a:t> is a measurable property of your data. A target is a thing you are trying to predict. </a:t>
            </a:r>
          </a:p>
          <a:p>
            <a:r>
              <a:rPr lang="en-US" b="1"/>
              <a:t>Feature Selection and Feature Extraction</a:t>
            </a:r>
            <a:r>
              <a:rPr lang="en-US"/>
              <a:t> How do you know which variable to choose when building a model? </a:t>
            </a:r>
            <a:endParaRPr lang="en-US">
              <a:cs typeface="Calibri"/>
            </a:endParaRPr>
          </a:p>
          <a:p>
            <a:r>
              <a:rPr lang="en-US">
                <a:hlinkClick r:id="rId4"/>
              </a:rPr>
              <a:t>Split your dataset -  </a:t>
            </a:r>
            <a:r>
              <a:rPr lang="en-US" b="1"/>
              <a:t>Training</a:t>
            </a:r>
            <a:r>
              <a:rPr lang="en-US"/>
              <a:t>. This part of the dataset is fit to your model to train it. | </a:t>
            </a:r>
            <a:r>
              <a:rPr lang="en-US" b="1"/>
              <a:t>Testing</a:t>
            </a:r>
            <a:r>
              <a:rPr lang="en-US"/>
              <a:t>. A test dataset is an independent group of data, often gathered from the original data, that you use to confirm the performance of the built model. | </a:t>
            </a:r>
            <a:r>
              <a:rPr lang="en-US" b="1"/>
              <a:t>Validating</a:t>
            </a:r>
            <a:r>
              <a:rPr lang="en-US"/>
              <a:t>. A validation set is a smaller independent group of examples that you use to tune the model's hyperparameters, or architecture, to improve the model. </a:t>
            </a:r>
            <a:endParaRPr lang="en-US">
              <a:cs typeface="Calibri" panose="020F0502020204030204"/>
            </a:endParaRPr>
          </a:p>
          <a:p>
            <a:endParaRPr lang="en-US">
              <a:cs typeface="Calibri" panose="020F0502020204030204"/>
            </a:endParaRPr>
          </a:p>
          <a:p>
            <a:endParaRPr lang="en-US">
              <a:cs typeface="Calibri" panose="020F0502020204030204"/>
            </a:endParaRPr>
          </a:p>
        </p:txBody>
      </p:sp>
      <p:sp>
        <p:nvSpPr>
          <p:cNvPr id="4" name="Slide Number Placeholder 3"/>
          <p:cNvSpPr>
            <a:spLocks noGrp="1"/>
          </p:cNvSpPr>
          <p:nvPr>
            <p:ph type="sldNum" sz="quarter" idx="5"/>
          </p:nvPr>
        </p:nvSpPr>
        <p:spPr/>
        <p:txBody>
          <a:bodyPr/>
          <a:lstStyle/>
          <a:p>
            <a:fld id="{C2F8EF63-4FC0-470F-9A74-4E0AF7ACEA4C}" type="slidenum">
              <a:t>4</a:t>
            </a:fld>
            <a:endParaRPr lang="en-US"/>
          </a:p>
        </p:txBody>
      </p:sp>
    </p:spTree>
    <p:extLst>
      <p:ext uri="{BB962C8B-B14F-4D97-AF65-F5344CB8AC3E}">
        <p14:creationId xmlns:p14="http://schemas.microsoft.com/office/powerpoint/2010/main" val="7273588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algorithms discover hidden patterns or data groupings without the need for human intervention. Its ability to discover similarities and differences in information make it the ideal solution for exploratory data analysis, cross-selling strategies, customer segmentation, and image recognition.</a:t>
            </a:r>
          </a:p>
        </p:txBody>
      </p:sp>
      <p:sp>
        <p:nvSpPr>
          <p:cNvPr id="4" name="Slide Number Placeholder 3"/>
          <p:cNvSpPr>
            <a:spLocks noGrp="1"/>
          </p:cNvSpPr>
          <p:nvPr>
            <p:ph type="sldNum" sz="quarter" idx="5"/>
          </p:nvPr>
        </p:nvSpPr>
        <p:spPr/>
        <p:txBody>
          <a:bodyPr/>
          <a:lstStyle/>
          <a:p>
            <a:fld id="{C2F8EF63-4FC0-470F-9A74-4E0AF7ACEA4C}" type="slidenum">
              <a:rPr lang="en-US"/>
              <a:t>4</a:t>
            </a:fld>
            <a:endParaRPr lang="en-US"/>
          </a:p>
        </p:txBody>
      </p:sp>
    </p:spTree>
    <p:extLst>
      <p:ext uri="{BB962C8B-B14F-4D97-AF65-F5344CB8AC3E}">
        <p14:creationId xmlns:p14="http://schemas.microsoft.com/office/powerpoint/2010/main" val="2765539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Nigeria's diverse audience has diverse musical tastes. Using data scraped from Spotify (inspired by </a:t>
            </a:r>
            <a:r>
              <a:rPr lang="en-US" dirty="0">
                <a:hlinkClick r:id="rId3"/>
              </a:rPr>
              <a:t>this article</a:t>
            </a:r>
            <a:r>
              <a:rPr lang="en-US" dirty="0"/>
              <a:t>, let's look at some music popular in Nigeria. This dataset includes data about various songs' 'danceability' score, '</a:t>
            </a:r>
            <a:r>
              <a:rPr lang="en-US" dirty="0" err="1"/>
              <a:t>acousticness</a:t>
            </a:r>
            <a:r>
              <a:rPr lang="en-US" dirty="0"/>
              <a:t>', loudness, '</a:t>
            </a:r>
            <a:r>
              <a:rPr lang="en-US" dirty="0" err="1"/>
              <a:t>speechiness</a:t>
            </a:r>
            <a:r>
              <a:rPr lang="en-US" dirty="0"/>
              <a:t>', popularity and energy. It will be interesting to discover patterns in this data!</a:t>
            </a:r>
          </a:p>
        </p:txBody>
      </p:sp>
      <p:sp>
        <p:nvSpPr>
          <p:cNvPr id="4" name="Slide Number Placeholder 3"/>
          <p:cNvSpPr>
            <a:spLocks noGrp="1"/>
          </p:cNvSpPr>
          <p:nvPr>
            <p:ph type="sldNum" sz="quarter" idx="5"/>
          </p:nvPr>
        </p:nvSpPr>
        <p:spPr/>
        <p:txBody>
          <a:bodyPr/>
          <a:lstStyle/>
          <a:p>
            <a:fld id="{C2F8EF63-4FC0-470F-9A74-4E0AF7ACEA4C}" type="slidenum">
              <a:rPr lang="en-US"/>
              <a:t>6</a:t>
            </a:fld>
            <a:endParaRPr lang="en-US"/>
          </a:p>
        </p:txBody>
      </p:sp>
    </p:spTree>
    <p:extLst>
      <p:ext uri="{BB962C8B-B14F-4D97-AF65-F5344CB8AC3E}">
        <p14:creationId xmlns:p14="http://schemas.microsoft.com/office/powerpoint/2010/main" val="2488155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is a method derived from the domain of signal processing. It is used to divide and partition groups of data into 'k' clusters using a series of observations. Each observation works to group a given datapoint closest to its nearest 'mean', or the center point of a cluster.</a:t>
            </a:r>
          </a:p>
          <a:p>
            <a:endParaRPr lang="en-US" dirty="0">
              <a:cs typeface="Calibri"/>
            </a:endParaRPr>
          </a:p>
          <a:p>
            <a:r>
              <a:rPr lang="en-US" dirty="0"/>
              <a:t>The K-Means clustering process </a:t>
            </a:r>
            <a:r>
              <a:rPr lang="en-US" dirty="0">
                <a:hlinkClick r:id="rId3"/>
              </a:rPr>
              <a:t>executes in a three-step process</a:t>
            </a:r>
            <a:r>
              <a:rPr lang="en-US" dirty="0"/>
              <a:t>:</a:t>
            </a:r>
            <a:endParaRPr lang="en-US" dirty="0">
              <a:cs typeface="Calibri"/>
            </a:endParaRPr>
          </a:p>
          <a:p>
            <a:pPr marL="171450" indent="-171450">
              <a:buFont typeface="Arial"/>
              <a:buChar char="•"/>
            </a:pPr>
            <a:r>
              <a:rPr lang="en-US" dirty="0"/>
              <a:t>The algorithm selects k-number of center points by sampling from the dataset. After this, it loops:</a:t>
            </a:r>
            <a:endParaRPr lang="en-US" dirty="0">
              <a:cs typeface="Calibri"/>
            </a:endParaRPr>
          </a:p>
          <a:p>
            <a:pPr marL="628650" lvl="1" indent="-171450">
              <a:buFont typeface="Arial"/>
              <a:buChar char="•"/>
            </a:pPr>
            <a:r>
              <a:rPr lang="en-US" dirty="0"/>
              <a:t>It assigns each sample to the nearest centroid.</a:t>
            </a:r>
            <a:endParaRPr lang="en-US" dirty="0">
              <a:cs typeface="Calibri"/>
            </a:endParaRPr>
          </a:p>
          <a:p>
            <a:pPr marL="628650" lvl="1" indent="-171450">
              <a:buFont typeface="Arial"/>
              <a:buChar char="•"/>
            </a:pPr>
            <a:r>
              <a:rPr lang="en-US" dirty="0"/>
              <a:t>It creates new centroids by taking the mean value of all of the samples assigned to the previous centroids.</a:t>
            </a:r>
            <a:endParaRPr lang="en-US" dirty="0">
              <a:cs typeface="Calibri"/>
            </a:endParaRPr>
          </a:p>
          <a:p>
            <a:pPr marL="628650" lvl="1" indent="-171450">
              <a:buFont typeface="Arial"/>
              <a:buChar char="•"/>
            </a:pPr>
            <a:r>
              <a:rPr lang="en-US" dirty="0"/>
              <a:t>Then, it calculates the difference between the new and old centroids and repeats until the centroids are stabilized.</a:t>
            </a:r>
            <a:endParaRPr lang="en-US" dirty="0">
              <a:cs typeface="Calibri"/>
            </a:endParaRPr>
          </a:p>
          <a:p>
            <a:pPr indent="-171450"/>
            <a:r>
              <a:rPr lang="en-US" dirty="0"/>
              <a:t>One drawback of using K-Means includes the fact that you will need to establish 'k', that is the number of centroids. Fortunately the 'elbow method' helps to estimate a good starting value for 'k'. You'll try it in a minute.</a:t>
            </a:r>
            <a:endParaRPr lang="en-US" dirty="0">
              <a:cs typeface="Calibri"/>
            </a:endParaRPr>
          </a:p>
          <a:p>
            <a:pPr indent="-171450"/>
            <a:endParaRPr lang="en-US" dirty="0">
              <a:cs typeface="Calibri"/>
            </a:endParaRPr>
          </a:p>
          <a:p>
            <a:pPr indent="-171450"/>
            <a:r>
              <a:rPr lang="en-US" b="1" dirty="0">
                <a:cs typeface="Calibri"/>
              </a:rPr>
              <a:t>Elbow method : </a:t>
            </a:r>
            <a:r>
              <a:rPr lang="en-US" dirty="0"/>
              <a:t>The method consists of plotting the explained variation as a function of the number of clusters, and picking the elbow of the curve as the number of clusters to use.</a:t>
            </a:r>
            <a:endParaRPr lang="en-US" dirty="0">
              <a:cs typeface="Calibri"/>
            </a:endParaRPr>
          </a:p>
          <a:p>
            <a:endParaRPr lang="en-US" dirty="0">
              <a:cs typeface="Calibri"/>
            </a:endParaRPr>
          </a:p>
        </p:txBody>
      </p:sp>
      <p:sp>
        <p:nvSpPr>
          <p:cNvPr id="4" name="Slide Number Placeholder 3"/>
          <p:cNvSpPr>
            <a:spLocks noGrp="1"/>
          </p:cNvSpPr>
          <p:nvPr>
            <p:ph type="sldNum" sz="quarter" idx="5"/>
          </p:nvPr>
        </p:nvSpPr>
        <p:spPr/>
        <p:txBody>
          <a:bodyPr/>
          <a:lstStyle/>
          <a:p>
            <a:fld id="{C2F8EF63-4FC0-470F-9A74-4E0AF7ACEA4C}" type="slidenum">
              <a:rPr lang="en-US"/>
              <a:t>7</a:t>
            </a:fld>
            <a:endParaRPr lang="en-US"/>
          </a:p>
        </p:txBody>
      </p:sp>
    </p:spTree>
    <p:extLst>
      <p:ext uri="{BB962C8B-B14F-4D97-AF65-F5344CB8AC3E}">
        <p14:creationId xmlns:p14="http://schemas.microsoft.com/office/powerpoint/2010/main" val="4259929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8" name="Freeform: Shape 27">
            <a:extLst>
              <a:ext uri="{FF2B5EF4-FFF2-40B4-BE49-F238E27FC236}">
                <a16:creationId xmlns:a16="http://schemas.microsoft.com/office/drawing/2014/main" id="{9B0F7D69-D93C-4C38-A23D-76E000D691CD}"/>
              </a:ext>
            </a:extLst>
          </p:cNvPr>
          <p:cNvSpPr/>
          <p:nvPr/>
        </p:nvSpPr>
        <p:spPr>
          <a:xfrm>
            <a:off x="0" y="0"/>
            <a:ext cx="3496422" cy="6858000"/>
          </a:xfrm>
          <a:custGeom>
            <a:avLst/>
            <a:gdLst>
              <a:gd name="connsiteX0" fmla="*/ 0 w 3496422"/>
              <a:gd name="connsiteY0" fmla="*/ 0 h 6858000"/>
              <a:gd name="connsiteX1" fmla="*/ 1873399 w 3496422"/>
              <a:gd name="connsiteY1" fmla="*/ 0 h 6858000"/>
              <a:gd name="connsiteX2" fmla="*/ 1895523 w 3496422"/>
              <a:gd name="connsiteY2" fmla="*/ 14997 h 6858000"/>
              <a:gd name="connsiteX3" fmla="*/ 3496422 w 3496422"/>
              <a:gd name="connsiteY3" fmla="*/ 3621656 h 6858000"/>
              <a:gd name="connsiteX4" fmla="*/ 1622072 w 3496422"/>
              <a:gd name="connsiteY4" fmla="*/ 6374814 h 6858000"/>
              <a:gd name="connsiteX5" fmla="*/ 1105424 w 3496422"/>
              <a:gd name="connsiteY5" fmla="*/ 6780599 h 6858000"/>
              <a:gd name="connsiteX6" fmla="*/ 993668 w 3496422"/>
              <a:gd name="connsiteY6" fmla="*/ 6858000 h 6858000"/>
              <a:gd name="connsiteX7" fmla="*/ 0 w 349642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p:cNvSpPr>
            <a:spLocks noGrp="1"/>
          </p:cNvSpPr>
          <p:nvPr>
            <p:ph type="ctrTitle"/>
          </p:nvPr>
        </p:nvSpPr>
        <p:spPr>
          <a:xfrm>
            <a:off x="4654295" y="1346268"/>
            <a:ext cx="7060135" cy="3285207"/>
          </a:xfrm>
        </p:spPr>
        <p:txBody>
          <a:bodyPr anchor="b">
            <a:noAutofit/>
          </a:bodyPr>
          <a:lstStyle>
            <a:lvl1pPr algn="l">
              <a:lnSpc>
                <a:spcPct val="120000"/>
              </a:lnSpc>
              <a:defRPr sz="5400" baseline="0">
                <a:solidFill>
                  <a:schemeClr val="tx1">
                    <a:lumMod val="85000"/>
                    <a:lumOff val="15000"/>
                  </a:schemeClr>
                </a:solidFill>
              </a:defRPr>
            </a:lvl1pPr>
          </a:lstStyle>
          <a:p>
            <a:r>
              <a:rPr lang="en-US"/>
              <a:t>Click to edit Master title style</a:t>
            </a:r>
          </a:p>
        </p:txBody>
      </p:sp>
      <p:sp>
        <p:nvSpPr>
          <p:cNvPr id="3" name="Subtitle 2"/>
          <p:cNvSpPr>
            <a:spLocks noGrp="1"/>
          </p:cNvSpPr>
          <p:nvPr>
            <p:ph type="subTitle" idx="1"/>
          </p:nvPr>
        </p:nvSpPr>
        <p:spPr>
          <a:xfrm>
            <a:off x="4662312" y="4631475"/>
            <a:ext cx="7052117" cy="1150200"/>
          </a:xfrm>
        </p:spPr>
        <p:txBody>
          <a:bodyPr lIns="109728" tIns="109728" rIns="109728" bIns="91440" anchor="t">
            <a:normAutofit/>
          </a:bodyPr>
          <a:lstStyle>
            <a:lvl1pPr marL="0" indent="0" algn="l">
              <a:lnSpc>
                <a:spcPct val="130000"/>
              </a:lnSpc>
              <a:buNone/>
              <a:defRPr sz="2400"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Date Placeholder 9">
            <a:extLst>
              <a:ext uri="{FF2B5EF4-FFF2-40B4-BE49-F238E27FC236}">
                <a16:creationId xmlns:a16="http://schemas.microsoft.com/office/drawing/2014/main" id="{123E5C65-E22A-4865-9449-10140D62B655}"/>
              </a:ext>
            </a:extLst>
          </p:cNvPr>
          <p:cNvSpPr>
            <a:spLocks noGrp="1"/>
          </p:cNvSpPr>
          <p:nvPr>
            <p:ph type="dt" sz="half" idx="10"/>
          </p:nvPr>
        </p:nvSpPr>
        <p:spPr>
          <a:xfrm>
            <a:off x="4654295" y="617415"/>
            <a:ext cx="7123723" cy="457200"/>
          </a:xfrm>
        </p:spPr>
        <p:txBody>
          <a:bodyPr/>
          <a:lstStyle>
            <a:lvl1pPr algn="l">
              <a:defRPr/>
            </a:lvl1pPr>
          </a:lstStyle>
          <a:p>
            <a:fld id="{12241623-A064-4BED-B073-BA4D61433402}" type="datetime1">
              <a:rPr lang="en-US" smtClean="0"/>
              <a:t>4/27/2022</a:t>
            </a:fld>
            <a:endParaRPr lang="en-US"/>
          </a:p>
        </p:txBody>
      </p:sp>
      <p:sp>
        <p:nvSpPr>
          <p:cNvPr id="24" name="Footer Placeholder 23">
            <a:extLst>
              <a:ext uri="{FF2B5EF4-FFF2-40B4-BE49-F238E27FC236}">
                <a16:creationId xmlns:a16="http://schemas.microsoft.com/office/drawing/2014/main" id="{EF9C3DE0-E7F5-4B4D-B5AF-CDE724CE79A3}"/>
              </a:ext>
            </a:extLst>
          </p:cNvPr>
          <p:cNvSpPr>
            <a:spLocks noGrp="1"/>
          </p:cNvSpPr>
          <p:nvPr>
            <p:ph type="ftr" sz="quarter" idx="11"/>
          </p:nvPr>
        </p:nvSpPr>
        <p:spPr>
          <a:xfrm>
            <a:off x="4654295" y="6170490"/>
            <a:ext cx="5588349" cy="457200"/>
          </a:xfrm>
        </p:spPr>
        <p:txBody>
          <a:bodyPr/>
          <a:lstStyle/>
          <a:p>
            <a:endParaRPr lang="en-US"/>
          </a:p>
        </p:txBody>
      </p:sp>
      <p:sp>
        <p:nvSpPr>
          <p:cNvPr id="25" name="Slide Number Placeholder 24">
            <a:extLst>
              <a:ext uri="{FF2B5EF4-FFF2-40B4-BE49-F238E27FC236}">
                <a16:creationId xmlns:a16="http://schemas.microsoft.com/office/drawing/2014/main" id="{48C1E146-840A-4217-B63E-62E5CF8909C2}"/>
              </a:ext>
            </a:extLst>
          </p:cNvPr>
          <p:cNvSpPr>
            <a:spLocks noGrp="1"/>
          </p:cNvSpPr>
          <p:nvPr>
            <p:ph type="sldNum" sz="quarter" idx="12"/>
          </p:nvPr>
        </p:nvSpPr>
        <p:spPr>
          <a:xfrm>
            <a:off x="10515600" y="6170490"/>
            <a:ext cx="1198829" cy="457200"/>
          </a:xfrm>
        </p:spPr>
        <p:txBody>
          <a:bodyPr/>
          <a:lstStyle>
            <a:lvl1pPr algn="r">
              <a:defRPr/>
            </a:lvl1pPr>
          </a:lstStyle>
          <a:p>
            <a:fld id="{FAEF9944-A4F6-4C59-AEBD-678D6480B8EA}" type="slidenum">
              <a:rPr lang="en-US" smtClean="0"/>
              <a:pPr/>
              <a:t>‹#›</a:t>
            </a:fld>
            <a:endParaRPr lang="en-US"/>
          </a:p>
        </p:txBody>
      </p:sp>
      <p:sp>
        <p:nvSpPr>
          <p:cNvPr id="4" name="Freeform: Shape 3">
            <a:extLst>
              <a:ext uri="{FF2B5EF4-FFF2-40B4-BE49-F238E27FC236}">
                <a16:creationId xmlns:a16="http://schemas.microsoft.com/office/drawing/2014/main" id="{8CD419D4-EA9D-42D9-BF62-B07F0B7B672B}"/>
              </a:ext>
            </a:extLst>
          </p:cNvPr>
          <p:cNvSpPr/>
          <p:nvPr/>
        </p:nvSpPr>
        <p:spPr>
          <a:xfrm>
            <a:off x="1375409"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 name="Freeform: Shape 4">
            <a:extLst>
              <a:ext uri="{FF2B5EF4-FFF2-40B4-BE49-F238E27FC236}">
                <a16:creationId xmlns:a16="http://schemas.microsoft.com/office/drawing/2014/main" id="{1C6FEC9B-9608-4181-A9E5-A1B80E72021C}"/>
              </a:ext>
            </a:extLst>
          </p:cNvPr>
          <p:cNvSpPr/>
          <p:nvPr/>
        </p:nvSpPr>
        <p:spPr>
          <a:xfrm>
            <a:off x="1155402"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 name="Freeform: Shape 5">
            <a:extLst>
              <a:ext uri="{FF2B5EF4-FFF2-40B4-BE49-F238E27FC236}">
                <a16:creationId xmlns:a16="http://schemas.microsoft.com/office/drawing/2014/main" id="{AB1564ED-F26F-451D-97D6-A6EC3E83FD55}"/>
              </a:ext>
            </a:extLst>
          </p:cNvPr>
          <p:cNvSpPr/>
          <p:nvPr/>
        </p:nvSpPr>
        <p:spPr>
          <a:xfrm>
            <a:off x="924161"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Tree>
    <p:extLst>
      <p:ext uri="{BB962C8B-B14F-4D97-AF65-F5344CB8AC3E}">
        <p14:creationId xmlns:p14="http://schemas.microsoft.com/office/powerpoint/2010/main" val="25843792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6923EF53-7767-4C94-BEF6-D452927945DA}"/>
              </a:ext>
            </a:extLst>
          </p:cNvPr>
          <p:cNvSpPr>
            <a:spLocks noGrp="1"/>
          </p:cNvSpPr>
          <p:nvPr>
            <p:ph type="dt" sz="half" idx="10"/>
          </p:nvPr>
        </p:nvSpPr>
        <p:spPr/>
        <p:txBody>
          <a:bodyPr/>
          <a:lstStyle/>
          <a:p>
            <a:fld id="{22F3E5F3-28EE-488F-BD53-B744C06C3DEC}" type="datetime1">
              <a:rPr lang="en-US" smtClean="0"/>
              <a:t>4/27/2022</a:t>
            </a:fld>
            <a:endParaRPr lang="en-US"/>
          </a:p>
        </p:txBody>
      </p:sp>
      <p:sp>
        <p:nvSpPr>
          <p:cNvPr id="11" name="Footer Placeholder 10">
            <a:extLst>
              <a:ext uri="{FF2B5EF4-FFF2-40B4-BE49-F238E27FC236}">
                <a16:creationId xmlns:a16="http://schemas.microsoft.com/office/drawing/2014/main" id="{ACF12700-F905-4CFA-970C-C81E05A64D5B}"/>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DA1B1EE2-BCA3-432B-A32D-B04C7F1DD93F}"/>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22993079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84A89F5-6982-40AE-8108-88B93E85C8FF}"/>
              </a:ext>
            </a:extLst>
          </p:cNvPr>
          <p:cNvGrpSpPr/>
          <p:nvPr/>
        </p:nvGrpSpPr>
        <p:grpSpPr>
          <a:xfrm>
            <a:off x="3124577" y="0"/>
            <a:ext cx="4389519" cy="2916937"/>
            <a:chOff x="3124577" y="0"/>
            <a:chExt cx="4389519" cy="2916937"/>
          </a:xfrm>
        </p:grpSpPr>
        <p:sp>
          <p:nvSpPr>
            <p:cNvPr id="49" name="Freeform: Shape 48">
              <a:extLst>
                <a:ext uri="{FF2B5EF4-FFF2-40B4-BE49-F238E27FC236}">
                  <a16:creationId xmlns:a16="http://schemas.microsoft.com/office/drawing/2014/main" id="{B80BED93-E30B-4492-A268-84C33CA4F067}"/>
                </a:ext>
              </a:extLst>
            </p:cNvPr>
            <p:cNvSpPr/>
            <p:nvPr/>
          </p:nvSpPr>
          <p:spPr>
            <a:xfrm>
              <a:off x="3320637" y="0"/>
              <a:ext cx="4013331" cy="2742133"/>
            </a:xfrm>
            <a:custGeom>
              <a:avLst/>
              <a:gdLst>
                <a:gd name="connsiteX0" fmla="*/ 294151 w 4013331"/>
                <a:gd name="connsiteY0" fmla="*/ 0 h 2742133"/>
                <a:gd name="connsiteX1" fmla="*/ 3844057 w 4013331"/>
                <a:gd name="connsiteY1" fmla="*/ 0 h 2742133"/>
                <a:gd name="connsiteX2" fmla="*/ 3892490 w 4013331"/>
                <a:gd name="connsiteY2" fmla="*/ 131440 h 2742133"/>
                <a:gd name="connsiteX3" fmla="*/ 4013331 w 4013331"/>
                <a:gd name="connsiteY3" fmla="*/ 941251 h 2742133"/>
                <a:gd name="connsiteX4" fmla="*/ 3804827 w 4013331"/>
                <a:gd name="connsiteY4" fmla="*/ 1540292 h 2742133"/>
                <a:gd name="connsiteX5" fmla="*/ 3187498 w 4013331"/>
                <a:gd name="connsiteY5" fmla="*/ 2098087 h 2742133"/>
                <a:gd name="connsiteX6" fmla="*/ 3051769 w 4013331"/>
                <a:gd name="connsiteY6" fmla="*/ 2204787 h 2742133"/>
                <a:gd name="connsiteX7" fmla="*/ 1936476 w 4013331"/>
                <a:gd name="connsiteY7" fmla="*/ 2742133 h 2742133"/>
                <a:gd name="connsiteX8" fmla="*/ 467303 w 4013331"/>
                <a:gd name="connsiteY8" fmla="*/ 1868695 h 2742133"/>
                <a:gd name="connsiteX9" fmla="*/ 310732 w 4013331"/>
                <a:gd name="connsiteY9" fmla="*/ 1645244 h 2742133"/>
                <a:gd name="connsiteX10" fmla="*/ 0 w 4013331"/>
                <a:gd name="connsiteY10" fmla="*/ 941251 h 2742133"/>
                <a:gd name="connsiteX11" fmla="*/ 187749 w 4013331"/>
                <a:gd name="connsiteY11" fmla="*/ 183076 h 2742133"/>
                <a:gd name="connsiteX12" fmla="*/ 288888 w 4013331"/>
                <a:gd name="connsiteY12" fmla="*/ 7329 h 2742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013331" h="2742133">
                  <a:moveTo>
                    <a:pt x="294151" y="0"/>
                  </a:moveTo>
                  <a:lnTo>
                    <a:pt x="3844057" y="0"/>
                  </a:lnTo>
                  <a:lnTo>
                    <a:pt x="3892490" y="131440"/>
                  </a:lnTo>
                  <a:cubicBezTo>
                    <a:pt x="3971777" y="378867"/>
                    <a:pt x="4013331" y="652783"/>
                    <a:pt x="4013331" y="941251"/>
                  </a:cubicBezTo>
                  <a:cubicBezTo>
                    <a:pt x="4013331" y="1171430"/>
                    <a:pt x="3948997" y="1356167"/>
                    <a:pt x="3804827" y="1540292"/>
                  </a:cubicBezTo>
                  <a:cubicBezTo>
                    <a:pt x="3654026" y="1732895"/>
                    <a:pt x="3427436" y="1910292"/>
                    <a:pt x="3187498" y="2098087"/>
                  </a:cubicBezTo>
                  <a:cubicBezTo>
                    <a:pt x="3143231" y="2132693"/>
                    <a:pt x="3097499" y="2168522"/>
                    <a:pt x="3051769" y="2204787"/>
                  </a:cubicBezTo>
                  <a:cubicBezTo>
                    <a:pt x="2642425" y="2529345"/>
                    <a:pt x="2343664" y="2742133"/>
                    <a:pt x="1936476" y="2742133"/>
                  </a:cubicBezTo>
                  <a:cubicBezTo>
                    <a:pt x="1316045" y="2742133"/>
                    <a:pt x="876647" y="2480932"/>
                    <a:pt x="467303" y="1868695"/>
                  </a:cubicBezTo>
                  <a:cubicBezTo>
                    <a:pt x="413736" y="1788559"/>
                    <a:pt x="361372" y="1715679"/>
                    <a:pt x="310732" y="1645244"/>
                  </a:cubicBezTo>
                  <a:cubicBezTo>
                    <a:pt x="100850" y="1353195"/>
                    <a:pt x="0" y="1201315"/>
                    <a:pt x="0" y="941251"/>
                  </a:cubicBezTo>
                  <a:cubicBezTo>
                    <a:pt x="0" y="683021"/>
                    <a:pt x="63214" y="427935"/>
                    <a:pt x="187749" y="183076"/>
                  </a:cubicBezTo>
                  <a:cubicBezTo>
                    <a:pt x="218215" y="123194"/>
                    <a:pt x="251953" y="64578"/>
                    <a:pt x="288888" y="7329"/>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0" name="Freeform: Shape 49">
              <a:extLst>
                <a:ext uri="{FF2B5EF4-FFF2-40B4-BE49-F238E27FC236}">
                  <a16:creationId xmlns:a16="http://schemas.microsoft.com/office/drawing/2014/main" id="{965F60C1-CD8B-4326-9B24-3D197CF382A6}"/>
                </a:ext>
              </a:extLst>
            </p:cNvPr>
            <p:cNvSpPr/>
            <p:nvPr/>
          </p:nvSpPr>
          <p:spPr>
            <a:xfrm>
              <a:off x="3566319" y="0"/>
              <a:ext cx="3401415" cy="2440484"/>
            </a:xfrm>
            <a:custGeom>
              <a:avLst/>
              <a:gdLst>
                <a:gd name="connsiteX0" fmla="*/ 332917 w 3401415"/>
                <a:gd name="connsiteY0" fmla="*/ 0 h 2440484"/>
                <a:gd name="connsiteX1" fmla="*/ 3207137 w 3401415"/>
                <a:gd name="connsiteY1" fmla="*/ 0 h 2440484"/>
                <a:gd name="connsiteX2" fmla="*/ 3242654 w 3401415"/>
                <a:gd name="connsiteY2" fmla="*/ 74937 h 2440484"/>
                <a:gd name="connsiteX3" fmla="*/ 3401415 w 3401415"/>
                <a:gd name="connsiteY3" fmla="*/ 914184 h 2440484"/>
                <a:gd name="connsiteX4" fmla="*/ 3224702 w 3401415"/>
                <a:gd name="connsiteY4" fmla="*/ 1421888 h 2440484"/>
                <a:gd name="connsiteX5" fmla="*/ 2701498 w 3401415"/>
                <a:gd name="connsiteY5" fmla="*/ 1894635 h 2440484"/>
                <a:gd name="connsiteX6" fmla="*/ 2586463 w 3401415"/>
                <a:gd name="connsiteY6" fmla="*/ 1985068 h 2440484"/>
                <a:gd name="connsiteX7" fmla="*/ 1641219 w 3401415"/>
                <a:gd name="connsiteY7" fmla="*/ 2440484 h 2440484"/>
                <a:gd name="connsiteX8" fmla="*/ 396053 w 3401415"/>
                <a:gd name="connsiteY8" fmla="*/ 1700219 h 2440484"/>
                <a:gd name="connsiteX9" fmla="*/ 263354 w 3401415"/>
                <a:gd name="connsiteY9" fmla="*/ 1510839 h 2440484"/>
                <a:gd name="connsiteX10" fmla="*/ 0 w 3401415"/>
                <a:gd name="connsiteY10" fmla="*/ 914184 h 2440484"/>
                <a:gd name="connsiteX11" fmla="*/ 159122 w 3401415"/>
                <a:gd name="connsiteY11" fmla="*/ 271610 h 2440484"/>
                <a:gd name="connsiteX12" fmla="*/ 244841 w 3401415"/>
                <a:gd name="connsiteY12" fmla="*/ 122658 h 24404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01415" h="2440484">
                  <a:moveTo>
                    <a:pt x="332917" y="0"/>
                  </a:moveTo>
                  <a:lnTo>
                    <a:pt x="3207137" y="0"/>
                  </a:lnTo>
                  <a:lnTo>
                    <a:pt x="3242654" y="74937"/>
                  </a:lnTo>
                  <a:cubicBezTo>
                    <a:pt x="3346386" y="322243"/>
                    <a:pt x="3401415" y="608579"/>
                    <a:pt x="3401415" y="914184"/>
                  </a:cubicBezTo>
                  <a:cubicBezTo>
                    <a:pt x="3401415" y="1109268"/>
                    <a:pt x="3346890" y="1265837"/>
                    <a:pt x="3224702" y="1421888"/>
                  </a:cubicBezTo>
                  <a:cubicBezTo>
                    <a:pt x="3096894" y="1585125"/>
                    <a:pt x="2904852" y="1735475"/>
                    <a:pt x="2701498" y="1894635"/>
                  </a:cubicBezTo>
                  <a:cubicBezTo>
                    <a:pt x="2663980" y="1923966"/>
                    <a:pt x="2625221" y="1954332"/>
                    <a:pt x="2586463" y="1985068"/>
                  </a:cubicBezTo>
                  <a:cubicBezTo>
                    <a:pt x="2239532" y="2260140"/>
                    <a:pt x="1986324" y="2440484"/>
                    <a:pt x="1641219" y="2440484"/>
                  </a:cubicBezTo>
                  <a:cubicBezTo>
                    <a:pt x="1115386" y="2440484"/>
                    <a:pt x="742984" y="2219109"/>
                    <a:pt x="396053" y="1700219"/>
                  </a:cubicBezTo>
                  <a:cubicBezTo>
                    <a:pt x="350653" y="1632303"/>
                    <a:pt x="306273" y="1570535"/>
                    <a:pt x="263354" y="1510839"/>
                  </a:cubicBezTo>
                  <a:cubicBezTo>
                    <a:pt x="85473" y="1263318"/>
                    <a:pt x="0" y="1134597"/>
                    <a:pt x="0" y="914184"/>
                  </a:cubicBezTo>
                  <a:cubicBezTo>
                    <a:pt x="0" y="695327"/>
                    <a:pt x="53576" y="479135"/>
                    <a:pt x="159122" y="271610"/>
                  </a:cubicBezTo>
                  <a:cubicBezTo>
                    <a:pt x="184943" y="220858"/>
                    <a:pt x="213538" y="171179"/>
                    <a:pt x="244841" y="122658"/>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1" name="Freeform: Shape 50">
              <a:extLst>
                <a:ext uri="{FF2B5EF4-FFF2-40B4-BE49-F238E27FC236}">
                  <a16:creationId xmlns:a16="http://schemas.microsoft.com/office/drawing/2014/main" id="{69511D06-104E-440E-8049-4CDCE4B87E96}"/>
                </a:ext>
              </a:extLst>
            </p:cNvPr>
            <p:cNvSpPr/>
            <p:nvPr/>
          </p:nvSpPr>
          <p:spPr>
            <a:xfrm>
              <a:off x="3232490" y="0"/>
              <a:ext cx="4164597" cy="2817185"/>
            </a:xfrm>
            <a:custGeom>
              <a:avLst/>
              <a:gdLst>
                <a:gd name="connsiteX0" fmla="*/ 237339 w 4130517"/>
                <a:gd name="connsiteY0" fmla="*/ 0 h 2806419"/>
                <a:gd name="connsiteX1" fmla="*/ 3997489 w 4130517"/>
                <a:gd name="connsiteY1" fmla="*/ 0 h 2806419"/>
                <a:gd name="connsiteX2" fmla="*/ 4006148 w 4130517"/>
                <a:gd name="connsiteY2" fmla="*/ 24333 h 2806419"/>
                <a:gd name="connsiteX3" fmla="*/ 4130517 w 4130517"/>
                <a:gd name="connsiteY3" fmla="*/ 887307 h 2806419"/>
                <a:gd name="connsiteX4" fmla="*/ 3915925 w 4130517"/>
                <a:gd name="connsiteY4" fmla="*/ 1525677 h 2806419"/>
                <a:gd name="connsiteX5" fmla="*/ 3280571 w 4130517"/>
                <a:gd name="connsiteY5" fmla="*/ 2120090 h 2806419"/>
                <a:gd name="connsiteX6" fmla="*/ 3140878 w 4130517"/>
                <a:gd name="connsiteY6" fmla="*/ 2233796 h 2806419"/>
                <a:gd name="connsiteX7" fmla="*/ 1993019 w 4130517"/>
                <a:gd name="connsiteY7" fmla="*/ 2806419 h 2806419"/>
                <a:gd name="connsiteX8" fmla="*/ 480948 w 4130517"/>
                <a:gd name="connsiteY8" fmla="*/ 1875638 h 2806419"/>
                <a:gd name="connsiteX9" fmla="*/ 319805 w 4130517"/>
                <a:gd name="connsiteY9" fmla="*/ 1637519 h 2806419"/>
                <a:gd name="connsiteX10" fmla="*/ 0 w 4130517"/>
                <a:gd name="connsiteY10" fmla="*/ 887307 h 2806419"/>
                <a:gd name="connsiteX11" fmla="*/ 193231 w 4130517"/>
                <a:gd name="connsiteY11" fmla="*/ 79360 h 28064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130517" h="2806419">
                  <a:moveTo>
                    <a:pt x="237339" y="0"/>
                  </a:moveTo>
                  <a:lnTo>
                    <a:pt x="3997489" y="0"/>
                  </a:lnTo>
                  <a:lnTo>
                    <a:pt x="4006148" y="24333"/>
                  </a:lnTo>
                  <a:cubicBezTo>
                    <a:pt x="4087750" y="288004"/>
                    <a:pt x="4130517" y="579903"/>
                    <a:pt x="4130517" y="887307"/>
                  </a:cubicBezTo>
                  <a:cubicBezTo>
                    <a:pt x="4130517" y="1132599"/>
                    <a:pt x="4064304" y="1329464"/>
                    <a:pt x="3915925" y="1525677"/>
                  </a:cubicBezTo>
                  <a:cubicBezTo>
                    <a:pt x="3760721" y="1730924"/>
                    <a:pt x="3527514" y="1919967"/>
                    <a:pt x="3280571" y="2120090"/>
                  </a:cubicBezTo>
                  <a:cubicBezTo>
                    <a:pt x="3235011" y="2156968"/>
                    <a:pt x="3187944" y="2195151"/>
                    <a:pt x="3140878" y="2233796"/>
                  </a:cubicBezTo>
                  <a:cubicBezTo>
                    <a:pt x="2719582" y="2579662"/>
                    <a:pt x="2412097" y="2806419"/>
                    <a:pt x="1993019" y="2806419"/>
                  </a:cubicBezTo>
                  <a:cubicBezTo>
                    <a:pt x="1354472" y="2806419"/>
                    <a:pt x="902244" y="2528070"/>
                    <a:pt x="480948" y="1875638"/>
                  </a:cubicBezTo>
                  <a:cubicBezTo>
                    <a:pt x="425816" y="1790244"/>
                    <a:pt x="371924" y="1712578"/>
                    <a:pt x="319805" y="1637519"/>
                  </a:cubicBezTo>
                  <a:cubicBezTo>
                    <a:pt x="103795" y="1326296"/>
                    <a:pt x="0" y="1164446"/>
                    <a:pt x="0" y="887307"/>
                  </a:cubicBezTo>
                  <a:cubicBezTo>
                    <a:pt x="0" y="612125"/>
                    <a:pt x="65060" y="340293"/>
                    <a:pt x="193231" y="7936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2" name="Freeform: Shape 51">
              <a:extLst>
                <a:ext uri="{FF2B5EF4-FFF2-40B4-BE49-F238E27FC236}">
                  <a16:creationId xmlns:a16="http://schemas.microsoft.com/office/drawing/2014/main" id="{164F6B39-7B0A-4839-9F52-1FFA2044F248}"/>
                </a:ext>
              </a:extLst>
            </p:cNvPr>
            <p:cNvSpPr/>
            <p:nvPr/>
          </p:nvSpPr>
          <p:spPr>
            <a:xfrm>
              <a:off x="3124577" y="0"/>
              <a:ext cx="4389519" cy="2916937"/>
            </a:xfrm>
            <a:custGeom>
              <a:avLst/>
              <a:gdLst>
                <a:gd name="connsiteX0" fmla="*/ 208215 w 4389519"/>
                <a:gd name="connsiteY0" fmla="*/ 0 h 2916937"/>
                <a:gd name="connsiteX1" fmla="*/ 4284014 w 4389519"/>
                <a:gd name="connsiteY1" fmla="*/ 0 h 2916937"/>
                <a:gd name="connsiteX2" fmla="*/ 4335794 w 4389519"/>
                <a:gd name="connsiteY2" fmla="*/ 207911 h 2916937"/>
                <a:gd name="connsiteX3" fmla="*/ 4376420 w 4389519"/>
                <a:gd name="connsiteY3" fmla="*/ 1078865 h 2916937"/>
                <a:gd name="connsiteX4" fmla="*/ 4090147 w 4389519"/>
                <a:gd name="connsiteY4" fmla="*/ 1734728 h 2916937"/>
                <a:gd name="connsiteX5" fmla="*/ 3362552 w 4389519"/>
                <a:gd name="connsiteY5" fmla="*/ 2305097 h 2916937"/>
                <a:gd name="connsiteX6" fmla="*/ 3204152 w 4389519"/>
                <a:gd name="connsiteY6" fmla="*/ 2412521 h 2916937"/>
                <a:gd name="connsiteX7" fmla="*/ 1936072 w 4389519"/>
                <a:gd name="connsiteY7" fmla="*/ 2912360 h 2916937"/>
                <a:gd name="connsiteX8" fmla="*/ 421690 w 4389519"/>
                <a:gd name="connsiteY8" fmla="*/ 1787063 h 2916937"/>
                <a:gd name="connsiteX9" fmla="*/ 273167 w 4389519"/>
                <a:gd name="connsiteY9" fmla="*/ 1520080 h 2916937"/>
                <a:gd name="connsiteX10" fmla="*/ 4118 w 4389519"/>
                <a:gd name="connsiteY10" fmla="*/ 696338 h 2916937"/>
                <a:gd name="connsiteX11" fmla="*/ 175984 w 4389519"/>
                <a:gd name="connsiteY11" fmla="*/ 60381 h 29169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89519" h="2916937">
                  <a:moveTo>
                    <a:pt x="208215" y="0"/>
                  </a:moveTo>
                  <a:lnTo>
                    <a:pt x="4284014" y="0"/>
                  </a:lnTo>
                  <a:lnTo>
                    <a:pt x="4335794" y="207911"/>
                  </a:lnTo>
                  <a:cubicBezTo>
                    <a:pt x="4388748" y="479686"/>
                    <a:pt x="4403109" y="773803"/>
                    <a:pt x="4376420" y="1078865"/>
                  </a:cubicBezTo>
                  <a:cubicBezTo>
                    <a:pt x="4353703" y="1338514"/>
                    <a:pt x="4265383" y="1540772"/>
                    <a:pt x="4090147" y="1734728"/>
                  </a:cubicBezTo>
                  <a:cubicBezTo>
                    <a:pt x="3906850" y="1937616"/>
                    <a:pt x="3642485" y="2116128"/>
                    <a:pt x="3362552" y="2305097"/>
                  </a:cubicBezTo>
                  <a:cubicBezTo>
                    <a:pt x="3310910" y="2339914"/>
                    <a:pt x="3257553" y="2375972"/>
                    <a:pt x="3204152" y="2412521"/>
                  </a:cubicBezTo>
                  <a:cubicBezTo>
                    <a:pt x="2726165" y="2739616"/>
                    <a:pt x="2379682" y="2951171"/>
                    <a:pt x="1936072" y="2912360"/>
                  </a:cubicBezTo>
                  <a:cubicBezTo>
                    <a:pt x="1260148" y="2853224"/>
                    <a:pt x="807225" y="2516700"/>
                    <a:pt x="421690" y="1787063"/>
                  </a:cubicBezTo>
                  <a:cubicBezTo>
                    <a:pt x="371240" y="1691563"/>
                    <a:pt x="321385" y="1604361"/>
                    <a:pt x="273167" y="1520080"/>
                  </a:cubicBezTo>
                  <a:cubicBezTo>
                    <a:pt x="73334" y="1170636"/>
                    <a:pt x="-21548" y="989700"/>
                    <a:pt x="4118" y="696338"/>
                  </a:cubicBezTo>
                  <a:cubicBezTo>
                    <a:pt x="23232" y="477870"/>
                    <a:pt x="80908" y="264786"/>
                    <a:pt x="175984" y="60381"/>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grpSp>
        <p:nvGrpSpPr>
          <p:cNvPr id="8" name="Group 7">
            <a:extLst>
              <a:ext uri="{FF2B5EF4-FFF2-40B4-BE49-F238E27FC236}">
                <a16:creationId xmlns:a16="http://schemas.microsoft.com/office/drawing/2014/main" id="{03099122-D80B-4389-A1CF-52C635217F4B}"/>
              </a:ext>
            </a:extLst>
          </p:cNvPr>
          <p:cNvGrpSpPr/>
          <p:nvPr/>
        </p:nvGrpSpPr>
        <p:grpSpPr>
          <a:xfrm>
            <a:off x="8122942" y="0"/>
            <a:ext cx="4069058" cy="3547008"/>
            <a:chOff x="8122942" y="0"/>
            <a:chExt cx="4069058" cy="3547008"/>
          </a:xfrm>
        </p:grpSpPr>
        <p:sp>
          <p:nvSpPr>
            <p:cNvPr id="54" name="Freeform: Shape 53">
              <a:extLst>
                <a:ext uri="{FF2B5EF4-FFF2-40B4-BE49-F238E27FC236}">
                  <a16:creationId xmlns:a16="http://schemas.microsoft.com/office/drawing/2014/main" id="{CA535D59-CDAA-4AA9-84AC-A6142E857FE2}"/>
                </a:ext>
              </a:extLst>
            </p:cNvPr>
            <p:cNvSpPr/>
            <p:nvPr/>
          </p:nvSpPr>
          <p:spPr>
            <a:xfrm>
              <a:off x="8122942" y="0"/>
              <a:ext cx="4069058" cy="3547008"/>
            </a:xfrm>
            <a:custGeom>
              <a:avLst/>
              <a:gdLst>
                <a:gd name="connsiteX0" fmla="*/ 305212 w 4069058"/>
                <a:gd name="connsiteY0" fmla="*/ 0 h 3547008"/>
                <a:gd name="connsiteX1" fmla="*/ 4069058 w 4069058"/>
                <a:gd name="connsiteY1" fmla="*/ 0 h 3547008"/>
                <a:gd name="connsiteX2" fmla="*/ 4069058 w 4069058"/>
                <a:gd name="connsiteY2" fmla="*/ 2865785 h 3547008"/>
                <a:gd name="connsiteX3" fmla="*/ 3996814 w 4069058"/>
                <a:gd name="connsiteY3" fmla="*/ 2947457 h 3547008"/>
                <a:gd name="connsiteX4" fmla="*/ 2732780 w 4069058"/>
                <a:gd name="connsiteY4" fmla="*/ 3541640 h 3547008"/>
                <a:gd name="connsiteX5" fmla="*/ 1317550 w 4069058"/>
                <a:gd name="connsiteY5" fmla="*/ 3015110 h 3547008"/>
                <a:gd name="connsiteX6" fmla="*/ 1140977 w 4069058"/>
                <a:gd name="connsiteY6" fmla="*/ 2901419 h 3547008"/>
                <a:gd name="connsiteX7" fmla="*/ 330269 w 4069058"/>
                <a:gd name="connsiteY7" fmla="*/ 2297252 h 3547008"/>
                <a:gd name="connsiteX8" fmla="*/ 13299 w 4069058"/>
                <a:gd name="connsiteY8" fmla="*/ 1599966 h 3547008"/>
                <a:gd name="connsiteX9" fmla="*/ 217457 w 4069058"/>
                <a:gd name="connsiteY9" fmla="*/ 178659 h 3547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69058" h="3547008">
                  <a:moveTo>
                    <a:pt x="305212" y="0"/>
                  </a:moveTo>
                  <a:lnTo>
                    <a:pt x="4069058" y="0"/>
                  </a:lnTo>
                  <a:lnTo>
                    <a:pt x="4069058" y="2865785"/>
                  </a:lnTo>
                  <a:lnTo>
                    <a:pt x="3996814" y="2947457"/>
                  </a:lnTo>
                  <a:cubicBezTo>
                    <a:pt x="3654887" y="3311545"/>
                    <a:pt x="3252443" y="3496175"/>
                    <a:pt x="2732780" y="3541640"/>
                  </a:cubicBezTo>
                  <a:cubicBezTo>
                    <a:pt x="2236701" y="3585041"/>
                    <a:pt x="1850359" y="3361306"/>
                    <a:pt x="1317550" y="3015110"/>
                  </a:cubicBezTo>
                  <a:cubicBezTo>
                    <a:pt x="1258026" y="2976425"/>
                    <a:pt x="1198546" y="2938265"/>
                    <a:pt x="1140977" y="2901419"/>
                  </a:cubicBezTo>
                  <a:cubicBezTo>
                    <a:pt x="828927" y="2701433"/>
                    <a:pt x="534230" y="2512513"/>
                    <a:pt x="330269" y="2297252"/>
                  </a:cubicBezTo>
                  <a:cubicBezTo>
                    <a:pt x="135278" y="2091465"/>
                    <a:pt x="37487" y="1876435"/>
                    <a:pt x="13299" y="1599966"/>
                  </a:cubicBezTo>
                  <a:cubicBezTo>
                    <a:pt x="-32170" y="1080250"/>
                    <a:pt x="39709" y="589889"/>
                    <a:pt x="217457" y="178659"/>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5" name="Freeform: Shape 54">
              <a:extLst>
                <a:ext uri="{FF2B5EF4-FFF2-40B4-BE49-F238E27FC236}">
                  <a16:creationId xmlns:a16="http://schemas.microsoft.com/office/drawing/2014/main" id="{CD6948CC-6D51-4092-887C-B0664DC102C7}"/>
                </a:ext>
              </a:extLst>
            </p:cNvPr>
            <p:cNvSpPr/>
            <p:nvPr/>
          </p:nvSpPr>
          <p:spPr>
            <a:xfrm flipH="1">
              <a:off x="8319994" y="0"/>
              <a:ext cx="3872006" cy="3321595"/>
            </a:xfrm>
            <a:custGeom>
              <a:avLst/>
              <a:gdLst>
                <a:gd name="connsiteX0" fmla="*/ 3466434 w 3872006"/>
                <a:gd name="connsiteY0" fmla="*/ 0 h 3321595"/>
                <a:gd name="connsiteX1" fmla="*/ 65800 w 3872006"/>
                <a:gd name="connsiteY1" fmla="*/ 0 h 3321595"/>
                <a:gd name="connsiteX2" fmla="*/ 0 w 3872006"/>
                <a:gd name="connsiteY2" fmla="*/ 59511 h 3321595"/>
                <a:gd name="connsiteX3" fmla="*/ 0 w 3872006"/>
                <a:gd name="connsiteY3" fmla="*/ 2518435 h 3321595"/>
                <a:gd name="connsiteX4" fmla="*/ 80122 w 3872006"/>
                <a:gd name="connsiteY4" fmla="*/ 2618704 h 3321595"/>
                <a:gd name="connsiteX5" fmla="*/ 1549501 w 3872006"/>
                <a:gd name="connsiteY5" fmla="*/ 3321595 h 3321595"/>
                <a:gd name="connsiteX6" fmla="*/ 2796711 w 3872006"/>
                <a:gd name="connsiteY6" fmla="*/ 2749441 h 3321595"/>
                <a:gd name="connsiteX7" fmla="*/ 2948494 w 3872006"/>
                <a:gd name="connsiteY7" fmla="*/ 2635829 h 3321595"/>
                <a:gd name="connsiteX8" fmla="*/ 3638840 w 3872006"/>
                <a:gd name="connsiteY8" fmla="*/ 2041901 h 3321595"/>
                <a:gd name="connsiteX9" fmla="*/ 3872006 w 3872006"/>
                <a:gd name="connsiteY9" fmla="*/ 1404055 h 3321595"/>
                <a:gd name="connsiteX10" fmla="*/ 3467973 w 3872006"/>
                <a:gd name="connsiteY10" fmla="*/ 1974 h 3321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872006" h="3321595">
                  <a:moveTo>
                    <a:pt x="3466434" y="0"/>
                  </a:moveTo>
                  <a:lnTo>
                    <a:pt x="65800" y="0"/>
                  </a:lnTo>
                  <a:lnTo>
                    <a:pt x="0" y="59511"/>
                  </a:lnTo>
                  <a:lnTo>
                    <a:pt x="0" y="2518435"/>
                  </a:lnTo>
                  <a:lnTo>
                    <a:pt x="80122" y="2618704"/>
                  </a:lnTo>
                  <a:cubicBezTo>
                    <a:pt x="490323" y="3108658"/>
                    <a:pt x="942414" y="3321595"/>
                    <a:pt x="1549501" y="3321595"/>
                  </a:cubicBezTo>
                  <a:cubicBezTo>
                    <a:pt x="2004852" y="3321595"/>
                    <a:pt x="2338950" y="3095023"/>
                    <a:pt x="2796711" y="2749441"/>
                  </a:cubicBezTo>
                  <a:cubicBezTo>
                    <a:pt x="2847850" y="2710827"/>
                    <a:pt x="2898991" y="2672676"/>
                    <a:pt x="2948494" y="2635829"/>
                  </a:cubicBezTo>
                  <a:cubicBezTo>
                    <a:pt x="3216812" y="2435869"/>
                    <a:pt x="3470203" y="2246981"/>
                    <a:pt x="3638840" y="2041901"/>
                  </a:cubicBezTo>
                  <a:cubicBezTo>
                    <a:pt x="3800062" y="1845849"/>
                    <a:pt x="3872006" y="1649145"/>
                    <a:pt x="3872006" y="1404055"/>
                  </a:cubicBezTo>
                  <a:cubicBezTo>
                    <a:pt x="3872006" y="866538"/>
                    <a:pt x="3729694" y="376466"/>
                    <a:pt x="3467973" y="1974"/>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6" name="Freeform: Shape 55">
              <a:extLst>
                <a:ext uri="{FF2B5EF4-FFF2-40B4-BE49-F238E27FC236}">
                  <a16:creationId xmlns:a16="http://schemas.microsoft.com/office/drawing/2014/main" id="{F5F9FD94-99CC-42AD-8E66-CF99E8FD5A94}"/>
                </a:ext>
              </a:extLst>
            </p:cNvPr>
            <p:cNvSpPr/>
            <p:nvPr/>
          </p:nvSpPr>
          <p:spPr>
            <a:xfrm flipH="1">
              <a:off x="8729240" y="9274"/>
              <a:ext cx="3462454" cy="3010961"/>
            </a:xfrm>
            <a:custGeom>
              <a:avLst/>
              <a:gdLst>
                <a:gd name="connsiteX0" fmla="*/ 2953507 w 3462454"/>
                <a:gd name="connsiteY0" fmla="*/ 0 h 3010961"/>
                <a:gd name="connsiteX1" fmla="*/ 477652 w 3462454"/>
                <a:gd name="connsiteY1" fmla="*/ 0 h 3010961"/>
                <a:gd name="connsiteX2" fmla="*/ 327396 w 3462454"/>
                <a:gd name="connsiteY2" fmla="*/ 113681 h 3010961"/>
                <a:gd name="connsiteX3" fmla="*/ 46554 w 3462454"/>
                <a:gd name="connsiteY3" fmla="*/ 391785 h 3010961"/>
                <a:gd name="connsiteX4" fmla="*/ 0 w 3462454"/>
                <a:gd name="connsiteY4" fmla="*/ 453516 h 3010961"/>
                <a:gd name="connsiteX5" fmla="*/ 0 w 3462454"/>
                <a:gd name="connsiteY5" fmla="*/ 2083461 h 3010961"/>
                <a:gd name="connsiteX6" fmla="*/ 26382 w 3462454"/>
                <a:gd name="connsiteY6" fmla="*/ 2118637 h 3010961"/>
                <a:gd name="connsiteX7" fmla="*/ 101620 w 3462454"/>
                <a:gd name="connsiteY7" fmla="*/ 2222744 h 3010961"/>
                <a:gd name="connsiteX8" fmla="*/ 1494064 w 3462454"/>
                <a:gd name="connsiteY8" fmla="*/ 3010961 h 3010961"/>
                <a:gd name="connsiteX9" fmla="*/ 2551110 w 3462454"/>
                <a:gd name="connsiteY9" fmla="*/ 2526044 h 3010961"/>
                <a:gd name="connsiteX10" fmla="*/ 2679751 w 3462454"/>
                <a:gd name="connsiteY10" fmla="*/ 2429754 h 3010961"/>
                <a:gd name="connsiteX11" fmla="*/ 3264840 w 3462454"/>
                <a:gd name="connsiteY11" fmla="*/ 1926383 h 3010961"/>
                <a:gd name="connsiteX12" fmla="*/ 3462454 w 3462454"/>
                <a:gd name="connsiteY12" fmla="*/ 1385790 h 3010961"/>
                <a:gd name="connsiteX13" fmla="*/ 3018820 w 3462454"/>
                <a:gd name="connsiteY13" fmla="*/ 67626 h 30109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62454" h="3010961">
                  <a:moveTo>
                    <a:pt x="2953507" y="0"/>
                  </a:moveTo>
                  <a:lnTo>
                    <a:pt x="477652" y="0"/>
                  </a:lnTo>
                  <a:lnTo>
                    <a:pt x="327396" y="113681"/>
                  </a:lnTo>
                  <a:cubicBezTo>
                    <a:pt x="222344" y="200626"/>
                    <a:pt x="128536" y="293564"/>
                    <a:pt x="46554" y="391785"/>
                  </a:cubicBezTo>
                  <a:lnTo>
                    <a:pt x="0" y="453516"/>
                  </a:lnTo>
                  <a:lnTo>
                    <a:pt x="0" y="2083461"/>
                  </a:lnTo>
                  <a:lnTo>
                    <a:pt x="26382" y="2118637"/>
                  </a:lnTo>
                  <a:cubicBezTo>
                    <a:pt x="51135" y="2152065"/>
                    <a:pt x="76235" y="2186586"/>
                    <a:pt x="101620" y="2222744"/>
                  </a:cubicBezTo>
                  <a:cubicBezTo>
                    <a:pt x="489585" y="2775245"/>
                    <a:pt x="906035" y="3010961"/>
                    <a:pt x="1494064" y="3010961"/>
                  </a:cubicBezTo>
                  <a:cubicBezTo>
                    <a:pt x="1879987" y="3010961"/>
                    <a:pt x="2163144" y="2818935"/>
                    <a:pt x="2551110" y="2526044"/>
                  </a:cubicBezTo>
                  <a:cubicBezTo>
                    <a:pt x="2594452" y="2493317"/>
                    <a:pt x="2637795" y="2460984"/>
                    <a:pt x="2679751" y="2429754"/>
                  </a:cubicBezTo>
                  <a:cubicBezTo>
                    <a:pt x="2907158" y="2260282"/>
                    <a:pt x="3121914" y="2100194"/>
                    <a:pt x="3264840" y="1926383"/>
                  </a:cubicBezTo>
                  <a:cubicBezTo>
                    <a:pt x="3401480" y="1760224"/>
                    <a:pt x="3462454" y="1593511"/>
                    <a:pt x="3462454" y="1385790"/>
                  </a:cubicBezTo>
                  <a:cubicBezTo>
                    <a:pt x="3462454" y="865148"/>
                    <a:pt x="3304918" y="397028"/>
                    <a:pt x="3018820" y="67626"/>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7" name="Freeform: Shape 56">
              <a:extLst>
                <a:ext uri="{FF2B5EF4-FFF2-40B4-BE49-F238E27FC236}">
                  <a16:creationId xmlns:a16="http://schemas.microsoft.com/office/drawing/2014/main" id="{F47D3E70-A759-410D-B5DB-855218E138C3}"/>
                </a:ext>
              </a:extLst>
            </p:cNvPr>
            <p:cNvSpPr/>
            <p:nvPr/>
          </p:nvSpPr>
          <p:spPr>
            <a:xfrm flipH="1">
              <a:off x="8243247" y="9274"/>
              <a:ext cx="3948447" cy="3411460"/>
            </a:xfrm>
            <a:custGeom>
              <a:avLst/>
              <a:gdLst>
                <a:gd name="connsiteX0" fmla="*/ 3564894 w 3904481"/>
                <a:gd name="connsiteY0" fmla="*/ 0 h 3411460"/>
                <a:gd name="connsiteX1" fmla="*/ 0 w 3904481"/>
                <a:gd name="connsiteY1" fmla="*/ 0 h 3411460"/>
                <a:gd name="connsiteX2" fmla="*/ 0 w 3904481"/>
                <a:gd name="connsiteY2" fmla="*/ 2659993 h 3411460"/>
                <a:gd name="connsiteX3" fmla="*/ 1876 w 3904481"/>
                <a:gd name="connsiteY3" fmla="*/ 2662425 h 3411460"/>
                <a:gd name="connsiteX4" fmla="*/ 1514161 w 3904481"/>
                <a:gd name="connsiteY4" fmla="*/ 3411460 h 3411460"/>
                <a:gd name="connsiteX5" fmla="*/ 2797788 w 3904481"/>
                <a:gd name="connsiteY5" fmla="*/ 2801744 h 3411460"/>
                <a:gd name="connsiteX6" fmla="*/ 2954004 w 3904481"/>
                <a:gd name="connsiteY6" fmla="*/ 2680673 h 3411460"/>
                <a:gd name="connsiteX7" fmla="*/ 3664508 w 3904481"/>
                <a:gd name="connsiteY7" fmla="*/ 2047754 h 3411460"/>
                <a:gd name="connsiteX8" fmla="*/ 3904481 w 3904481"/>
                <a:gd name="connsiteY8" fmla="*/ 1368033 h 3411460"/>
                <a:gd name="connsiteX9" fmla="*/ 3596499 w 3904481"/>
                <a:gd name="connsiteY9" fmla="*/ 52268 h 3411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04481" h="3411460">
                  <a:moveTo>
                    <a:pt x="3564894" y="0"/>
                  </a:moveTo>
                  <a:lnTo>
                    <a:pt x="0" y="0"/>
                  </a:lnTo>
                  <a:lnTo>
                    <a:pt x="0" y="2659993"/>
                  </a:lnTo>
                  <a:lnTo>
                    <a:pt x="1876" y="2662425"/>
                  </a:lnTo>
                  <a:cubicBezTo>
                    <a:pt x="424055" y="3184544"/>
                    <a:pt x="889346" y="3411460"/>
                    <a:pt x="1514161" y="3411460"/>
                  </a:cubicBezTo>
                  <a:cubicBezTo>
                    <a:pt x="1982808" y="3411460"/>
                    <a:pt x="2326661" y="3170014"/>
                    <a:pt x="2797788" y="2801744"/>
                  </a:cubicBezTo>
                  <a:cubicBezTo>
                    <a:pt x="2850420" y="2760595"/>
                    <a:pt x="2903054" y="2719940"/>
                    <a:pt x="2954004" y="2680673"/>
                  </a:cubicBezTo>
                  <a:cubicBezTo>
                    <a:pt x="3230156" y="2467586"/>
                    <a:pt x="3490946" y="2266297"/>
                    <a:pt x="3664508" y="2047754"/>
                  </a:cubicBezTo>
                  <a:cubicBezTo>
                    <a:pt x="3830437" y="1838832"/>
                    <a:pt x="3904481" y="1629214"/>
                    <a:pt x="3904481" y="1368033"/>
                  </a:cubicBezTo>
                  <a:cubicBezTo>
                    <a:pt x="3904481" y="877057"/>
                    <a:pt x="3796872" y="423228"/>
                    <a:pt x="3596499" y="52268"/>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9" name="Group 8">
            <a:extLst>
              <a:ext uri="{FF2B5EF4-FFF2-40B4-BE49-F238E27FC236}">
                <a16:creationId xmlns:a16="http://schemas.microsoft.com/office/drawing/2014/main" id="{90302A25-2D4F-4AD5-B0E9-C12184C3599E}"/>
              </a:ext>
            </a:extLst>
          </p:cNvPr>
          <p:cNvGrpSpPr/>
          <p:nvPr/>
        </p:nvGrpSpPr>
        <p:grpSpPr>
          <a:xfrm>
            <a:off x="-1" y="1355238"/>
            <a:ext cx="4381339" cy="5510713"/>
            <a:chOff x="0" y="1347287"/>
            <a:chExt cx="4259808" cy="5510713"/>
          </a:xfrm>
        </p:grpSpPr>
        <p:sp>
          <p:nvSpPr>
            <p:cNvPr id="59" name="Freeform: Shape 58">
              <a:extLst>
                <a:ext uri="{FF2B5EF4-FFF2-40B4-BE49-F238E27FC236}">
                  <a16:creationId xmlns:a16="http://schemas.microsoft.com/office/drawing/2014/main" id="{E227AF03-773A-4B1E-8FED-67198038E60D}"/>
                </a:ext>
              </a:extLst>
            </p:cNvPr>
            <p:cNvSpPr/>
            <p:nvPr/>
          </p:nvSpPr>
          <p:spPr>
            <a:xfrm>
              <a:off x="0" y="1676545"/>
              <a:ext cx="4174269" cy="5181455"/>
            </a:xfrm>
            <a:custGeom>
              <a:avLst/>
              <a:gdLst>
                <a:gd name="connsiteX0" fmla="*/ 1155130 w 4174269"/>
                <a:gd name="connsiteY0" fmla="*/ 990 h 5181455"/>
                <a:gd name="connsiteX1" fmla="*/ 2396955 w 4174269"/>
                <a:gd name="connsiteY1" fmla="*/ 367328 h 5181455"/>
                <a:gd name="connsiteX2" fmla="*/ 3827960 w 4174269"/>
                <a:gd name="connsiteY2" fmla="*/ 4749328 h 5181455"/>
                <a:gd name="connsiteX3" fmla="*/ 3561502 w 4174269"/>
                <a:gd name="connsiteY3" fmla="*/ 5090948 h 5181455"/>
                <a:gd name="connsiteX4" fmla="*/ 3452726 w 4174269"/>
                <a:gd name="connsiteY4" fmla="*/ 5181455 h 5181455"/>
                <a:gd name="connsiteX5" fmla="*/ 0 w 4174269"/>
                <a:gd name="connsiteY5" fmla="*/ 5181455 h 5181455"/>
                <a:gd name="connsiteX6" fmla="*/ 0 w 4174269"/>
                <a:gd name="connsiteY6" fmla="*/ 251605 h 5181455"/>
                <a:gd name="connsiteX7" fmla="*/ 157396 w 4174269"/>
                <a:gd name="connsiteY7" fmla="*/ 182600 h 5181455"/>
                <a:gd name="connsiteX8" fmla="*/ 1155130 w 4174269"/>
                <a:gd name="connsiteY8" fmla="*/ 990 h 5181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174269" h="5181455">
                  <a:moveTo>
                    <a:pt x="1155130" y="990"/>
                  </a:moveTo>
                  <a:cubicBezTo>
                    <a:pt x="1564667" y="12730"/>
                    <a:pt x="1984593" y="129250"/>
                    <a:pt x="2396955" y="367328"/>
                  </a:cubicBezTo>
                  <a:cubicBezTo>
                    <a:pt x="3871760" y="1218807"/>
                    <a:pt x="4678347" y="3276416"/>
                    <a:pt x="3827960" y="4749328"/>
                  </a:cubicBezTo>
                  <a:cubicBezTo>
                    <a:pt x="3748235" y="4887417"/>
                    <a:pt x="3658928" y="4998272"/>
                    <a:pt x="3561502" y="5090948"/>
                  </a:cubicBezTo>
                  <a:lnTo>
                    <a:pt x="3452726" y="5181455"/>
                  </a:lnTo>
                  <a:lnTo>
                    <a:pt x="0" y="5181455"/>
                  </a:lnTo>
                  <a:lnTo>
                    <a:pt x="0" y="251605"/>
                  </a:lnTo>
                  <a:lnTo>
                    <a:pt x="157396" y="182600"/>
                  </a:lnTo>
                  <a:cubicBezTo>
                    <a:pt x="475610" y="54980"/>
                    <a:pt x="811718" y="-8854"/>
                    <a:pt x="1155130" y="990"/>
                  </a:cubicBez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0" name="Freeform: Shape 59">
              <a:extLst>
                <a:ext uri="{FF2B5EF4-FFF2-40B4-BE49-F238E27FC236}">
                  <a16:creationId xmlns:a16="http://schemas.microsoft.com/office/drawing/2014/main" id="{D6FE8FAD-8A4A-49E1-AFAF-A074482295A9}"/>
                </a:ext>
              </a:extLst>
            </p:cNvPr>
            <p:cNvSpPr/>
            <p:nvPr/>
          </p:nvSpPr>
          <p:spPr>
            <a:xfrm>
              <a:off x="0" y="1347287"/>
              <a:ext cx="4259808" cy="5510713"/>
            </a:xfrm>
            <a:custGeom>
              <a:avLst/>
              <a:gdLst>
                <a:gd name="connsiteX0" fmla="*/ 948905 w 4259808"/>
                <a:gd name="connsiteY0" fmla="*/ 1556 h 5510713"/>
                <a:gd name="connsiteX1" fmla="*/ 2304106 w 4259808"/>
                <a:gd name="connsiteY1" fmla="*/ 405867 h 5510713"/>
                <a:gd name="connsiteX2" fmla="*/ 3890982 w 4259808"/>
                <a:gd name="connsiteY2" fmla="*/ 5156588 h 5510713"/>
                <a:gd name="connsiteX3" fmla="*/ 3680329 w 4259808"/>
                <a:gd name="connsiteY3" fmla="*/ 5445948 h 5510713"/>
                <a:gd name="connsiteX4" fmla="*/ 3616504 w 4259808"/>
                <a:gd name="connsiteY4" fmla="*/ 5510713 h 5510713"/>
                <a:gd name="connsiteX5" fmla="*/ 0 w 4259808"/>
                <a:gd name="connsiteY5" fmla="*/ 5510713 h 5510713"/>
                <a:gd name="connsiteX6" fmla="*/ 0 w 4259808"/>
                <a:gd name="connsiteY6" fmla="*/ 144797 h 5510713"/>
                <a:gd name="connsiteX7" fmla="*/ 164164 w 4259808"/>
                <a:gd name="connsiteY7" fmla="*/ 92266 h 5510713"/>
                <a:gd name="connsiteX8" fmla="*/ 948905 w 4259808"/>
                <a:gd name="connsiteY8" fmla="*/ 1556 h 5510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59808" h="5510713">
                  <a:moveTo>
                    <a:pt x="948905" y="1556"/>
                  </a:moveTo>
                  <a:cubicBezTo>
                    <a:pt x="1395136" y="16867"/>
                    <a:pt x="1853354" y="145625"/>
                    <a:pt x="2304106" y="405867"/>
                  </a:cubicBezTo>
                  <a:cubicBezTo>
                    <a:pt x="3916211" y="1336616"/>
                    <a:pt x="4808028" y="3568218"/>
                    <a:pt x="3890982" y="5156588"/>
                  </a:cubicBezTo>
                  <a:cubicBezTo>
                    <a:pt x="3826502" y="5268272"/>
                    <a:pt x="3756052" y="5363347"/>
                    <a:pt x="3680329" y="5445948"/>
                  </a:cubicBezTo>
                  <a:lnTo>
                    <a:pt x="3616504" y="5510713"/>
                  </a:lnTo>
                  <a:lnTo>
                    <a:pt x="0" y="5510713"/>
                  </a:lnTo>
                  <a:lnTo>
                    <a:pt x="0" y="144797"/>
                  </a:lnTo>
                  <a:lnTo>
                    <a:pt x="164164" y="92266"/>
                  </a:lnTo>
                  <a:cubicBezTo>
                    <a:pt x="418657" y="23914"/>
                    <a:pt x="681631" y="-7614"/>
                    <a:pt x="948905" y="1556"/>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1" name="Freeform: Shape 60">
              <a:extLst>
                <a:ext uri="{FF2B5EF4-FFF2-40B4-BE49-F238E27FC236}">
                  <a16:creationId xmlns:a16="http://schemas.microsoft.com/office/drawing/2014/main" id="{0A7C4DFB-FDFD-4F28-8B00-287EB75C79EB}"/>
                </a:ext>
              </a:extLst>
            </p:cNvPr>
            <p:cNvSpPr/>
            <p:nvPr/>
          </p:nvSpPr>
          <p:spPr>
            <a:xfrm>
              <a:off x="0" y="1592806"/>
              <a:ext cx="4029221" cy="5265194"/>
            </a:xfrm>
            <a:custGeom>
              <a:avLst/>
              <a:gdLst>
                <a:gd name="connsiteX0" fmla="*/ 812878 w 4029221"/>
                <a:gd name="connsiteY0" fmla="*/ 840 h 5265194"/>
                <a:gd name="connsiteX1" fmla="*/ 960980 w 4029221"/>
                <a:gd name="connsiteY1" fmla="*/ 1442 h 5265194"/>
                <a:gd name="connsiteX2" fmla="*/ 2216856 w 4029221"/>
                <a:gd name="connsiteY2" fmla="*/ 376120 h 5265194"/>
                <a:gd name="connsiteX3" fmla="*/ 3687427 w 4029221"/>
                <a:gd name="connsiteY3" fmla="*/ 4778650 h 5265194"/>
                <a:gd name="connsiteX4" fmla="*/ 3267677 w 4029221"/>
                <a:gd name="connsiteY4" fmla="*/ 5245601 h 5265194"/>
                <a:gd name="connsiteX5" fmla="*/ 3237167 w 4029221"/>
                <a:gd name="connsiteY5" fmla="*/ 5265194 h 5265194"/>
                <a:gd name="connsiteX6" fmla="*/ 0 w 4029221"/>
                <a:gd name="connsiteY6" fmla="*/ 5265194 h 5265194"/>
                <a:gd name="connsiteX7" fmla="*/ 0 w 4029221"/>
                <a:gd name="connsiteY7" fmla="*/ 162790 h 5265194"/>
                <a:gd name="connsiteX8" fmla="*/ 58408 w 4029221"/>
                <a:gd name="connsiteY8" fmla="*/ 139352 h 5265194"/>
                <a:gd name="connsiteX9" fmla="*/ 812878 w 4029221"/>
                <a:gd name="connsiteY9" fmla="*/ 840 h 5265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29221" h="5265194">
                  <a:moveTo>
                    <a:pt x="812878" y="840"/>
                  </a:moveTo>
                  <a:cubicBezTo>
                    <a:pt x="862065" y="-449"/>
                    <a:pt x="911443" y="-258"/>
                    <a:pt x="960980" y="1442"/>
                  </a:cubicBezTo>
                  <a:cubicBezTo>
                    <a:pt x="1374507" y="15631"/>
                    <a:pt x="1799140" y="134952"/>
                    <a:pt x="2216856" y="376120"/>
                  </a:cubicBezTo>
                  <a:cubicBezTo>
                    <a:pt x="3710806" y="1238652"/>
                    <a:pt x="4537261" y="3306696"/>
                    <a:pt x="3687427" y="4778650"/>
                  </a:cubicBezTo>
                  <a:cubicBezTo>
                    <a:pt x="3567917" y="4985647"/>
                    <a:pt x="3426282" y="5131074"/>
                    <a:pt x="3267677" y="5245601"/>
                  </a:cubicBezTo>
                  <a:lnTo>
                    <a:pt x="3237167" y="5265194"/>
                  </a:lnTo>
                  <a:lnTo>
                    <a:pt x="0" y="5265194"/>
                  </a:lnTo>
                  <a:lnTo>
                    <a:pt x="0" y="162790"/>
                  </a:lnTo>
                  <a:lnTo>
                    <a:pt x="58408" y="139352"/>
                  </a:lnTo>
                  <a:cubicBezTo>
                    <a:pt x="301661" y="55163"/>
                    <a:pt x="554646" y="7607"/>
                    <a:pt x="812878" y="840"/>
                  </a:cubicBezTo>
                  <a:close/>
                </a:path>
              </a:pathLst>
            </a:custGeom>
            <a:noFill/>
            <a:ln w="19050">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62" name="Freeform: Shape 61">
              <a:extLst>
                <a:ext uri="{FF2B5EF4-FFF2-40B4-BE49-F238E27FC236}">
                  <a16:creationId xmlns:a16="http://schemas.microsoft.com/office/drawing/2014/main" id="{B6E867DF-0B62-429A-A554-CBE585048439}"/>
                </a:ext>
              </a:extLst>
            </p:cNvPr>
            <p:cNvSpPr/>
            <p:nvPr/>
          </p:nvSpPr>
          <p:spPr>
            <a:xfrm>
              <a:off x="0" y="2147333"/>
              <a:ext cx="3702048" cy="4710667"/>
            </a:xfrm>
            <a:custGeom>
              <a:avLst/>
              <a:gdLst>
                <a:gd name="connsiteX0" fmla="*/ 1057511 w 3702048"/>
                <a:gd name="connsiteY0" fmla="*/ 1243 h 4710667"/>
                <a:gd name="connsiteX1" fmla="*/ 2139959 w 3702048"/>
                <a:gd name="connsiteY1" fmla="*/ 324180 h 4710667"/>
                <a:gd name="connsiteX2" fmla="*/ 3407455 w 3702048"/>
                <a:gd name="connsiteY2" fmla="*/ 4118750 h 4710667"/>
                <a:gd name="connsiteX3" fmla="*/ 2754080 w 3702048"/>
                <a:gd name="connsiteY3" fmla="*/ 4690965 h 4710667"/>
                <a:gd name="connsiteX4" fmla="*/ 2711405 w 3702048"/>
                <a:gd name="connsiteY4" fmla="*/ 4710667 h 4710667"/>
                <a:gd name="connsiteX5" fmla="*/ 0 w 3702048"/>
                <a:gd name="connsiteY5" fmla="*/ 4710667 h 4710667"/>
                <a:gd name="connsiteX6" fmla="*/ 0 w 3702048"/>
                <a:gd name="connsiteY6" fmla="*/ 239601 h 4710667"/>
                <a:gd name="connsiteX7" fmla="*/ 72857 w 3702048"/>
                <a:gd name="connsiteY7" fmla="*/ 203063 h 4710667"/>
                <a:gd name="connsiteX8" fmla="*/ 1057511 w 3702048"/>
                <a:gd name="connsiteY8" fmla="*/ 1243 h 4710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702048" h="4710667">
                  <a:moveTo>
                    <a:pt x="1057511" y="1243"/>
                  </a:moveTo>
                  <a:cubicBezTo>
                    <a:pt x="1413932" y="13473"/>
                    <a:pt x="1779927" y="116316"/>
                    <a:pt x="2139959" y="324180"/>
                  </a:cubicBezTo>
                  <a:cubicBezTo>
                    <a:pt x="3427605" y="1067603"/>
                    <a:pt x="4139931" y="2850064"/>
                    <a:pt x="3407455" y="4118750"/>
                  </a:cubicBezTo>
                  <a:cubicBezTo>
                    <a:pt x="3235777" y="4416105"/>
                    <a:pt x="3011128" y="4566048"/>
                    <a:pt x="2754080" y="4690965"/>
                  </a:cubicBezTo>
                  <a:lnTo>
                    <a:pt x="2711405" y="4710667"/>
                  </a:lnTo>
                  <a:lnTo>
                    <a:pt x="0" y="4710667"/>
                  </a:lnTo>
                  <a:lnTo>
                    <a:pt x="0" y="239601"/>
                  </a:lnTo>
                  <a:lnTo>
                    <a:pt x="72857" y="203063"/>
                  </a:lnTo>
                  <a:cubicBezTo>
                    <a:pt x="383165" y="61024"/>
                    <a:pt x="715942" y="-10476"/>
                    <a:pt x="1057511" y="1243"/>
                  </a:cubicBezTo>
                  <a:close/>
                </a:path>
              </a:pathLst>
            </a:custGeom>
            <a:noFill/>
            <a:ln w="15875">
              <a:solidFill>
                <a:schemeClr val="bg2">
                  <a:lumMod val="90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p:cNvSpPr>
            <a:spLocks noGrp="1"/>
          </p:cNvSpPr>
          <p:nvPr>
            <p:ph type="title"/>
          </p:nvPr>
        </p:nvSpPr>
        <p:spPr>
          <a:xfrm>
            <a:off x="4654296" y="3420734"/>
            <a:ext cx="6665976" cy="2129674"/>
          </a:xfrm>
        </p:spPr>
        <p:txBody>
          <a:bodyPr anchor="b">
            <a:noAutofit/>
          </a:bodyPr>
          <a:lstStyle>
            <a:lvl1pPr algn="l">
              <a:lnSpc>
                <a:spcPct val="110000"/>
              </a:lnSpc>
              <a:defRPr sz="4800" cap="none" baseline="0">
                <a:solidFill>
                  <a:schemeClr val="tx1">
                    <a:lumMod val="75000"/>
                    <a:lumOff val="25000"/>
                  </a:schemeClr>
                </a:solidFill>
              </a:defRPr>
            </a:lvl1pPr>
          </a:lstStyle>
          <a:p>
            <a:r>
              <a:rPr lang="en-US"/>
              <a:t>Click to edit Master title style</a:t>
            </a:r>
          </a:p>
        </p:txBody>
      </p:sp>
      <p:sp>
        <p:nvSpPr>
          <p:cNvPr id="23" name="Footer Placeholder 22">
            <a:extLst>
              <a:ext uri="{FF2B5EF4-FFF2-40B4-BE49-F238E27FC236}">
                <a16:creationId xmlns:a16="http://schemas.microsoft.com/office/drawing/2014/main" id="{E197B67B-BA44-4D2A-B31D-35A89323C4B1}"/>
              </a:ext>
            </a:extLst>
          </p:cNvPr>
          <p:cNvSpPr>
            <a:spLocks noGrp="1"/>
          </p:cNvSpPr>
          <p:nvPr>
            <p:ph type="ftr" sz="quarter" idx="11"/>
          </p:nvPr>
        </p:nvSpPr>
        <p:spPr>
          <a:xfrm>
            <a:off x="4654296" y="6170490"/>
            <a:ext cx="5713314" cy="457200"/>
          </a:xfrm>
        </p:spPr>
        <p:txBody>
          <a:bodyPr/>
          <a:lstStyle/>
          <a:p>
            <a:endParaRPr lang="en-US"/>
          </a:p>
        </p:txBody>
      </p:sp>
      <p:sp>
        <p:nvSpPr>
          <p:cNvPr id="27" name="Slide Number Placeholder 26">
            <a:extLst>
              <a:ext uri="{FF2B5EF4-FFF2-40B4-BE49-F238E27FC236}">
                <a16:creationId xmlns:a16="http://schemas.microsoft.com/office/drawing/2014/main" id="{1D718595-24D3-4517-A62E-C1F493407AAE}"/>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
        <p:nvSpPr>
          <p:cNvPr id="3" name="Text Placeholder 2"/>
          <p:cNvSpPr>
            <a:spLocks noGrp="1"/>
          </p:cNvSpPr>
          <p:nvPr>
            <p:ph type="body" idx="1"/>
          </p:nvPr>
        </p:nvSpPr>
        <p:spPr>
          <a:xfrm>
            <a:off x="4654295" y="5550408"/>
            <a:ext cx="6665975" cy="512064"/>
          </a:xfrm>
        </p:spPr>
        <p:txBody>
          <a:bodyPr>
            <a:normAutofit/>
          </a:bodyPr>
          <a:lstStyle>
            <a:lvl1pPr marL="0" indent="0" algn="l">
              <a:lnSpc>
                <a:spcPct val="130000"/>
              </a:lnSpc>
              <a:spcBef>
                <a:spcPts val="0"/>
              </a:spcBef>
              <a:buNone/>
              <a:defRPr sz="200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8" name="Date Placeholder 17">
            <a:extLst>
              <a:ext uri="{FF2B5EF4-FFF2-40B4-BE49-F238E27FC236}">
                <a16:creationId xmlns:a16="http://schemas.microsoft.com/office/drawing/2014/main" id="{3C6217BB-A228-414D-92D9-E1D1EFEB8BE6}"/>
              </a:ext>
            </a:extLst>
          </p:cNvPr>
          <p:cNvSpPr>
            <a:spLocks noGrp="1"/>
          </p:cNvSpPr>
          <p:nvPr>
            <p:ph type="dt" sz="half" idx="10"/>
          </p:nvPr>
        </p:nvSpPr>
        <p:spPr>
          <a:xfrm>
            <a:off x="640080" y="6170491"/>
            <a:ext cx="2840083" cy="457200"/>
          </a:xfrm>
        </p:spPr>
        <p:txBody>
          <a:bodyPr/>
          <a:lstStyle>
            <a:lvl1pPr algn="l">
              <a:defRPr/>
            </a:lvl1pPr>
          </a:lstStyle>
          <a:p>
            <a:fld id="{E72EB70D-CD01-44DA-83B3-8FEB3383D307}" type="datetime1">
              <a:rPr lang="en-US" smtClean="0"/>
              <a:t>4/27/2022</a:t>
            </a:fld>
            <a:endParaRPr lang="en-US"/>
          </a:p>
        </p:txBody>
      </p:sp>
    </p:spTree>
    <p:extLst>
      <p:ext uri="{BB962C8B-B14F-4D97-AF65-F5344CB8AC3E}">
        <p14:creationId xmlns:p14="http://schemas.microsoft.com/office/powerpoint/2010/main" val="3472385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92024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530290" y="2438399"/>
            <a:ext cx="4160520" cy="36576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C1D6427-F07F-4D50-B151-455100AF70FF}"/>
              </a:ext>
            </a:extLst>
          </p:cNvPr>
          <p:cNvSpPr>
            <a:spLocks noGrp="1"/>
          </p:cNvSpPr>
          <p:nvPr>
            <p:ph type="dt" sz="half" idx="10"/>
          </p:nvPr>
        </p:nvSpPr>
        <p:spPr/>
        <p:txBody>
          <a:bodyPr/>
          <a:lstStyle/>
          <a:p>
            <a:fld id="{D0158CFD-9357-46BE-A189-D637A67C8730}" type="datetime1">
              <a:rPr lang="en-US" smtClean="0"/>
              <a:t>4/27/2022</a:t>
            </a:fld>
            <a:endParaRPr lang="en-US"/>
          </a:p>
        </p:txBody>
      </p:sp>
      <p:sp>
        <p:nvSpPr>
          <p:cNvPr id="9" name="Footer Placeholder 8">
            <a:extLst>
              <a:ext uri="{FF2B5EF4-FFF2-40B4-BE49-F238E27FC236}">
                <a16:creationId xmlns:a16="http://schemas.microsoft.com/office/drawing/2014/main" id="{479EFBB2-C5E0-4D57-AB1D-3AA907ECFD72}"/>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7AE6B7E1-F60B-4D08-9052-423D6FBFAD64}"/>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3103746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20241" y="2456408"/>
            <a:ext cx="4160520" cy="823912"/>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20241"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530290" y="2456408"/>
            <a:ext cx="4160520" cy="823912"/>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6530290" y="3316639"/>
            <a:ext cx="4160520" cy="27793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3771BF97-4D2A-43A4-8CDC-2250017EB045}"/>
              </a:ext>
            </a:extLst>
          </p:cNvPr>
          <p:cNvSpPr>
            <a:spLocks noGrp="1"/>
          </p:cNvSpPr>
          <p:nvPr>
            <p:ph type="dt" sz="half" idx="10"/>
          </p:nvPr>
        </p:nvSpPr>
        <p:spPr/>
        <p:txBody>
          <a:bodyPr/>
          <a:lstStyle/>
          <a:p>
            <a:fld id="{7B4742EE-B331-4632-BD10-A82FED6B6FC0}" type="datetime1">
              <a:rPr lang="en-US" smtClean="0"/>
              <a:t>4/27/2022</a:t>
            </a:fld>
            <a:endParaRPr lang="en-US"/>
          </a:p>
        </p:txBody>
      </p:sp>
      <p:sp>
        <p:nvSpPr>
          <p:cNvPr id="11" name="Footer Placeholder 10">
            <a:extLst>
              <a:ext uri="{FF2B5EF4-FFF2-40B4-BE49-F238E27FC236}">
                <a16:creationId xmlns:a16="http://schemas.microsoft.com/office/drawing/2014/main" id="{6020661A-DA07-4679-9226-945B5DD2480C}"/>
              </a:ext>
            </a:extLst>
          </p:cNvPr>
          <p:cNvSpPr>
            <a:spLocks noGrp="1"/>
          </p:cNvSpPr>
          <p:nvPr>
            <p:ph type="ftr" sz="quarter" idx="11"/>
          </p:nvPr>
        </p:nvSpPr>
        <p:spPr/>
        <p:txBody>
          <a:bodyPr/>
          <a:lstStyle/>
          <a:p>
            <a:endParaRPr lang="en-US"/>
          </a:p>
        </p:txBody>
      </p:sp>
      <p:sp>
        <p:nvSpPr>
          <p:cNvPr id="12" name="Slide Number Placeholder 11">
            <a:extLst>
              <a:ext uri="{FF2B5EF4-FFF2-40B4-BE49-F238E27FC236}">
                <a16:creationId xmlns:a16="http://schemas.microsoft.com/office/drawing/2014/main" id="{EEFCE38B-E087-4988-BC3A-FE3B55E70D7E}"/>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
        <p:nvSpPr>
          <p:cNvPr id="13" name="Title 12">
            <a:extLst>
              <a:ext uri="{FF2B5EF4-FFF2-40B4-BE49-F238E27FC236}">
                <a16:creationId xmlns:a16="http://schemas.microsoft.com/office/drawing/2014/main" id="{D3BC439C-E995-4E1F-8DE9-75C32785E00F}"/>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374311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CF30096C-3491-4EF2-ABB2-D57F3F4B5BD5}"/>
              </a:ext>
            </a:extLst>
          </p:cNvPr>
          <p:cNvSpPr>
            <a:spLocks noGrp="1"/>
          </p:cNvSpPr>
          <p:nvPr>
            <p:ph type="dt" sz="half" idx="10"/>
          </p:nvPr>
        </p:nvSpPr>
        <p:spPr/>
        <p:txBody>
          <a:bodyPr/>
          <a:lstStyle/>
          <a:p>
            <a:fld id="{451BA835-D13F-49F4-8F11-5D576AC65FAD}" type="datetime1">
              <a:rPr lang="en-US" smtClean="0"/>
              <a:t>4/27/2022</a:t>
            </a:fld>
            <a:endParaRPr lang="en-US"/>
          </a:p>
        </p:txBody>
      </p:sp>
      <p:sp>
        <p:nvSpPr>
          <p:cNvPr id="7" name="Footer Placeholder 6">
            <a:extLst>
              <a:ext uri="{FF2B5EF4-FFF2-40B4-BE49-F238E27FC236}">
                <a16:creationId xmlns:a16="http://schemas.microsoft.com/office/drawing/2014/main" id="{79DA3A85-7147-4F32-944A-B079AF5147E2}"/>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EEDDF50D-95C0-4DA2-BBC6-41774FAC1404}"/>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893315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209BEFCA-6D6F-4F26-823F-C86CA694B830}"/>
              </a:ext>
            </a:extLst>
          </p:cNvPr>
          <p:cNvSpPr>
            <a:spLocks noGrp="1"/>
          </p:cNvSpPr>
          <p:nvPr>
            <p:ph type="dt" sz="half" idx="10"/>
          </p:nvPr>
        </p:nvSpPr>
        <p:spPr/>
        <p:txBody>
          <a:bodyPr/>
          <a:lstStyle/>
          <a:p>
            <a:fld id="{ADBD1799-ACB5-4CB2-86A2-5C574F1C8706}" type="datetime1">
              <a:rPr lang="en-US" smtClean="0"/>
              <a:t>4/27/2022</a:t>
            </a:fld>
            <a:endParaRPr lang="en-US"/>
          </a:p>
        </p:txBody>
      </p:sp>
      <p:sp>
        <p:nvSpPr>
          <p:cNvPr id="6" name="Footer Placeholder 5">
            <a:extLst>
              <a:ext uri="{FF2B5EF4-FFF2-40B4-BE49-F238E27FC236}">
                <a16:creationId xmlns:a16="http://schemas.microsoft.com/office/drawing/2014/main" id="{BC2EE2C9-E87D-4495-9EDA-6BC0EDC270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5557A9-903F-4B36-8B06-D9EADF230508}"/>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13800365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76488" y="640080"/>
            <a:ext cx="3227715" cy="2551751"/>
          </a:xfrm>
        </p:spPr>
        <p:txBody>
          <a:bodyPr anchor="b">
            <a:normAutofit/>
          </a:bodyPr>
          <a:lstStyle>
            <a:lvl1pPr>
              <a:lnSpc>
                <a:spcPct val="104000"/>
              </a:lnSpc>
              <a:defRPr sz="3400"/>
            </a:lvl1pPr>
          </a:lstStyle>
          <a:p>
            <a:r>
              <a:rPr lang="en-US"/>
              <a:t>Click to edit Master title style</a:t>
            </a:r>
          </a:p>
        </p:txBody>
      </p:sp>
      <p:sp>
        <p:nvSpPr>
          <p:cNvPr id="3" name="Content Placeholder 2"/>
          <p:cNvSpPr>
            <a:spLocks noGrp="1"/>
          </p:cNvSpPr>
          <p:nvPr>
            <p:ph idx="1"/>
          </p:nvPr>
        </p:nvSpPr>
        <p:spPr>
          <a:xfrm>
            <a:off x="1280160" y="640080"/>
            <a:ext cx="6949440" cy="5455919"/>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76488" y="3223803"/>
            <a:ext cx="3227715" cy="2872197"/>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a:extLst>
              <a:ext uri="{FF2B5EF4-FFF2-40B4-BE49-F238E27FC236}">
                <a16:creationId xmlns:a16="http://schemas.microsoft.com/office/drawing/2014/main" id="{BB904BE8-2080-4FFA-9239-A8929E28FAD9}"/>
              </a:ext>
            </a:extLst>
          </p:cNvPr>
          <p:cNvSpPr>
            <a:spLocks noGrp="1"/>
          </p:cNvSpPr>
          <p:nvPr>
            <p:ph type="dt" sz="half" idx="10"/>
          </p:nvPr>
        </p:nvSpPr>
        <p:spPr>
          <a:xfrm>
            <a:off x="8476488" y="6170491"/>
            <a:ext cx="2214322" cy="457200"/>
          </a:xfrm>
        </p:spPr>
        <p:txBody>
          <a:bodyPr/>
          <a:lstStyle/>
          <a:p>
            <a:fld id="{ED5DD0D6-7A82-473E-879B-C6ECD6CCCFEC}" type="datetime1">
              <a:rPr lang="en-US" smtClean="0"/>
              <a:t>4/27/2022</a:t>
            </a:fld>
            <a:endParaRPr lang="en-US"/>
          </a:p>
        </p:txBody>
      </p:sp>
      <p:sp>
        <p:nvSpPr>
          <p:cNvPr id="9" name="Footer Placeholder 8">
            <a:extLst>
              <a:ext uri="{FF2B5EF4-FFF2-40B4-BE49-F238E27FC236}">
                <a16:creationId xmlns:a16="http://schemas.microsoft.com/office/drawing/2014/main" id="{ED5580C6-5CD7-4CDD-977D-0533C84F2F45}"/>
              </a:ext>
            </a:extLst>
          </p:cNvPr>
          <p:cNvSpPr>
            <a:spLocks noGrp="1"/>
          </p:cNvSpPr>
          <p:nvPr>
            <p:ph type="ftr" sz="quarter" idx="11"/>
          </p:nvPr>
        </p:nvSpPr>
        <p:spPr>
          <a:xfrm>
            <a:off x="1280160" y="6170490"/>
            <a:ext cx="6949440" cy="457200"/>
          </a:xfrm>
        </p:spPr>
        <p:txBody>
          <a:bodyPr/>
          <a:lstStyle/>
          <a:p>
            <a:endParaRPr lang="en-US"/>
          </a:p>
        </p:txBody>
      </p:sp>
      <p:sp>
        <p:nvSpPr>
          <p:cNvPr id="10" name="Slide Number Placeholder 9">
            <a:extLst>
              <a:ext uri="{FF2B5EF4-FFF2-40B4-BE49-F238E27FC236}">
                <a16:creationId xmlns:a16="http://schemas.microsoft.com/office/drawing/2014/main" id="{518D0320-9B66-443F-8E28-8BCF07E082BD}"/>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22375647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0" y="0"/>
            <a:ext cx="8102651"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Title 1"/>
          <p:cNvSpPr>
            <a:spLocks noGrp="1"/>
          </p:cNvSpPr>
          <p:nvPr>
            <p:ph type="title"/>
          </p:nvPr>
        </p:nvSpPr>
        <p:spPr>
          <a:xfrm>
            <a:off x="8476488" y="1503910"/>
            <a:ext cx="3230625" cy="1687924"/>
          </a:xfrm>
        </p:spPr>
        <p:txBody>
          <a:bodyPr anchor="b">
            <a:noAutofit/>
          </a:bodyPr>
          <a:lstStyle>
            <a:lvl1pPr>
              <a:lnSpc>
                <a:spcPct val="104000"/>
              </a:lnSpc>
              <a:defRPr sz="3400"/>
            </a:lvl1pPr>
          </a:lstStyle>
          <a:p>
            <a:r>
              <a:rPr lang="en-US"/>
              <a:t>Click to edit Master title style</a:t>
            </a:r>
          </a:p>
        </p:txBody>
      </p:sp>
      <p:sp>
        <p:nvSpPr>
          <p:cNvPr id="4" name="Text Placeholder 3"/>
          <p:cNvSpPr>
            <a:spLocks noGrp="1"/>
          </p:cNvSpPr>
          <p:nvPr>
            <p:ph type="body" sz="half" idx="2"/>
          </p:nvPr>
        </p:nvSpPr>
        <p:spPr>
          <a:xfrm>
            <a:off x="8476488" y="3223806"/>
            <a:ext cx="3227832" cy="2872194"/>
          </a:xfrm>
        </p:spPr>
        <p:txBody>
          <a:bodyPr/>
          <a:lstStyle>
            <a:lvl1pPr marL="0" indent="0">
              <a:spcBef>
                <a:spcPts val="1400"/>
              </a:spcBef>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1" name="Date Placeholder 10">
            <a:extLst>
              <a:ext uri="{FF2B5EF4-FFF2-40B4-BE49-F238E27FC236}">
                <a16:creationId xmlns:a16="http://schemas.microsoft.com/office/drawing/2014/main" id="{41C2A9DB-B176-4069-8734-5B4ED352BA2B}"/>
              </a:ext>
            </a:extLst>
          </p:cNvPr>
          <p:cNvSpPr>
            <a:spLocks noGrp="1"/>
          </p:cNvSpPr>
          <p:nvPr>
            <p:ph type="dt" sz="half" idx="10"/>
          </p:nvPr>
        </p:nvSpPr>
        <p:spPr>
          <a:xfrm>
            <a:off x="8476488" y="6170491"/>
            <a:ext cx="2214322" cy="457200"/>
          </a:xfrm>
        </p:spPr>
        <p:txBody>
          <a:bodyPr/>
          <a:lstStyle/>
          <a:p>
            <a:fld id="{D4605E03-BC17-41A7-854C-DFAB672737DC}" type="datetime1">
              <a:rPr lang="en-US" smtClean="0"/>
              <a:t>4/27/2022</a:t>
            </a:fld>
            <a:endParaRPr lang="en-US"/>
          </a:p>
        </p:txBody>
      </p:sp>
      <p:sp>
        <p:nvSpPr>
          <p:cNvPr id="12" name="Footer Placeholder 11">
            <a:extLst>
              <a:ext uri="{FF2B5EF4-FFF2-40B4-BE49-F238E27FC236}">
                <a16:creationId xmlns:a16="http://schemas.microsoft.com/office/drawing/2014/main" id="{430F9A2F-C2C4-4E1C-B4B3-07ED84F28CE8}"/>
              </a:ext>
            </a:extLst>
          </p:cNvPr>
          <p:cNvSpPr>
            <a:spLocks noGrp="1"/>
          </p:cNvSpPr>
          <p:nvPr>
            <p:ph type="ftr" sz="quarter" idx="11"/>
          </p:nvPr>
        </p:nvSpPr>
        <p:spPr>
          <a:xfrm>
            <a:off x="1280160" y="6170490"/>
            <a:ext cx="6464410" cy="457200"/>
          </a:xfrm>
        </p:spPr>
        <p:txBody>
          <a:bodyPr/>
          <a:lstStyle>
            <a:lvl1pPr>
              <a:defRPr b="1">
                <a:solidFill>
                  <a:srgbClr val="FFFFFF"/>
                </a:solidFill>
                <a:effectLst>
                  <a:outerShdw blurRad="50800" dist="38100" dir="2700000" algn="tl" rotWithShape="0">
                    <a:prstClr val="black">
                      <a:alpha val="43000"/>
                    </a:prstClr>
                  </a:outerShdw>
                </a:effectLst>
              </a:defRPr>
            </a:lvl1pPr>
          </a:lstStyle>
          <a:p>
            <a:endParaRPr lang="en-US"/>
          </a:p>
        </p:txBody>
      </p:sp>
      <p:sp>
        <p:nvSpPr>
          <p:cNvPr id="13" name="Slide Number Placeholder 12">
            <a:extLst>
              <a:ext uri="{FF2B5EF4-FFF2-40B4-BE49-F238E27FC236}">
                <a16:creationId xmlns:a16="http://schemas.microsoft.com/office/drawing/2014/main" id="{F9BFA0A0-2117-4A10-9DAA-080C21559CF3}"/>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2674950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6397E4A-EB6A-4FA6-AA4F-69EA0C70FDC9}"/>
              </a:ext>
            </a:extLst>
          </p:cNvPr>
          <p:cNvSpPr>
            <a:spLocks noGrp="1"/>
          </p:cNvSpPr>
          <p:nvPr>
            <p:ph type="dt" sz="half" idx="10"/>
          </p:nvPr>
        </p:nvSpPr>
        <p:spPr/>
        <p:txBody>
          <a:bodyPr/>
          <a:lstStyle/>
          <a:p>
            <a:fld id="{6F86ED0C-1DA7-41F0-94CF-6218B1FEDFF1}" type="datetime1">
              <a:rPr lang="en-US" smtClean="0"/>
              <a:t>4/27/2022</a:t>
            </a:fld>
            <a:endParaRPr lang="en-US"/>
          </a:p>
        </p:txBody>
      </p:sp>
      <p:sp>
        <p:nvSpPr>
          <p:cNvPr id="8" name="Footer Placeholder 7">
            <a:extLst>
              <a:ext uri="{FF2B5EF4-FFF2-40B4-BE49-F238E27FC236}">
                <a16:creationId xmlns:a16="http://schemas.microsoft.com/office/drawing/2014/main" id="{051A2F5D-7AC4-4F91-965A-7B6A45D6F41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6E8B86-CDB8-482F-9D9F-1BFDA3638B3E}"/>
              </a:ext>
            </a:extLst>
          </p:cNvPr>
          <p:cNvSpPr>
            <a:spLocks noGrp="1"/>
          </p:cNvSpPr>
          <p:nvPr>
            <p:ph type="sldNum" sz="quarter" idx="12"/>
          </p:nvPr>
        </p:nvSpPr>
        <p:spPr/>
        <p:txBody>
          <a:bodyPr/>
          <a:lstStyle/>
          <a:p>
            <a:pPr algn="l"/>
            <a:fld id="{FAEF9944-A4F6-4C59-AEBD-678D6480B8EA}" type="slidenum">
              <a:rPr lang="en-US" smtClean="0"/>
              <a:pPr algn="l"/>
              <a:t>‹#›</a:t>
            </a:fld>
            <a:endParaRPr lang="en-US"/>
          </a:p>
        </p:txBody>
      </p:sp>
    </p:spTree>
    <p:extLst>
      <p:ext uri="{BB962C8B-B14F-4D97-AF65-F5344CB8AC3E}">
        <p14:creationId xmlns:p14="http://schemas.microsoft.com/office/powerpoint/2010/main" val="18094769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9277965" y="6296615"/>
            <a:ext cx="2505996" cy="365125"/>
          </a:xfrm>
        </p:spPr>
        <p:txBody>
          <a:bodyPr/>
          <a:lstStyle/>
          <a:p>
            <a:fld id="{EECF02AB-6034-4B88-BC5A-7C17CB0EF809}" type="datetime1">
              <a:rPr lang="en-US" smtClean="0"/>
              <a:t>4/27/2022</a:t>
            </a:fld>
            <a:endParaRPr lang="en-US"/>
          </a:p>
        </p:txBody>
      </p:sp>
      <p:sp>
        <p:nvSpPr>
          <p:cNvPr id="5" name="Footer Placeholder 4"/>
          <p:cNvSpPr>
            <a:spLocks noGrp="1"/>
          </p:cNvSpPr>
          <p:nvPr>
            <p:ph type="ftr" sz="quarter" idx="11"/>
          </p:nvPr>
        </p:nvSpPr>
        <p:spPr>
          <a:xfrm>
            <a:off x="2933699" y="6296615"/>
            <a:ext cx="5959577" cy="365125"/>
          </a:xfrm>
        </p:spPr>
        <p:txBody>
          <a:bodyPr/>
          <a:lstStyle/>
          <a:p>
            <a:endParaRPr lang="en-US"/>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3127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20240" y="442220"/>
            <a:ext cx="8770571" cy="1345269"/>
          </a:xfrm>
          <a:prstGeom prst="rect">
            <a:avLst/>
          </a:prstGeom>
        </p:spPr>
        <p:txBody>
          <a:bodyPr vert="horz" lIns="109728" tIns="109728" rIns="109728" bIns="91440" rtlCol="0" anchor="b">
            <a:normAutofit/>
          </a:bodyPr>
          <a:lstStyle/>
          <a:p>
            <a:r>
              <a:rPr lang="en-US"/>
              <a:t>Click to edit Master title style</a:t>
            </a:r>
          </a:p>
        </p:txBody>
      </p:sp>
      <p:sp>
        <p:nvSpPr>
          <p:cNvPr id="3" name="Text Placeholder 2"/>
          <p:cNvSpPr>
            <a:spLocks noGrp="1"/>
          </p:cNvSpPr>
          <p:nvPr>
            <p:ph type="body" idx="1"/>
          </p:nvPr>
        </p:nvSpPr>
        <p:spPr>
          <a:xfrm>
            <a:off x="1920240" y="2312276"/>
            <a:ext cx="8770571" cy="3651504"/>
          </a:xfrm>
          <a:prstGeom prst="rect">
            <a:avLst/>
          </a:prstGeom>
        </p:spPr>
        <p:txBody>
          <a:bodyPr vert="horz" lIns="109728" tIns="109728" rIns="109728" bIns="9144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850727" y="6170491"/>
            <a:ext cx="2840083" cy="457200"/>
          </a:xfrm>
          <a:prstGeom prst="rect">
            <a:avLst/>
          </a:prstGeom>
        </p:spPr>
        <p:txBody>
          <a:bodyPr vert="horz" lIns="109728" tIns="109728" rIns="109728" bIns="91440" rtlCol="0" anchor="ctr"/>
          <a:lstStyle>
            <a:lvl1pPr algn="r">
              <a:defRPr sz="1100" spc="150" baseline="0">
                <a:solidFill>
                  <a:schemeClr val="tx1">
                    <a:lumMod val="75000"/>
                    <a:lumOff val="25000"/>
                  </a:schemeClr>
                </a:solidFill>
                <a:latin typeface="+mj-lt"/>
              </a:defRPr>
            </a:lvl1pPr>
          </a:lstStyle>
          <a:p>
            <a:fld id="{C4408324-A84C-4A45-93B6-78D079CCE772}" type="datetime1">
              <a:rPr lang="en-US" smtClean="0"/>
              <a:t>4/27/2022</a:t>
            </a:fld>
            <a:endParaRPr lang="en-US"/>
          </a:p>
        </p:txBody>
      </p:sp>
      <p:sp>
        <p:nvSpPr>
          <p:cNvPr id="5" name="Footer Placeholder 4"/>
          <p:cNvSpPr>
            <a:spLocks noGrp="1"/>
          </p:cNvSpPr>
          <p:nvPr>
            <p:ph type="ftr" sz="quarter" idx="3"/>
          </p:nvPr>
        </p:nvSpPr>
        <p:spPr>
          <a:xfrm>
            <a:off x="1920240" y="6170490"/>
            <a:ext cx="5667375" cy="457200"/>
          </a:xfrm>
          <a:prstGeom prst="rect">
            <a:avLst/>
          </a:prstGeom>
        </p:spPr>
        <p:txBody>
          <a:bodyPr vert="horz" lIns="109728" tIns="109728" rIns="109728" bIns="91440" rtlCol="0" anchor="ctr"/>
          <a:lstStyle>
            <a:lvl1pPr algn="l">
              <a:defRPr sz="1100" spc="150" baseline="0">
                <a:solidFill>
                  <a:schemeClr val="tx1">
                    <a:lumMod val="75000"/>
                    <a:lumOff val="25000"/>
                  </a:schemeClr>
                </a:solidFill>
                <a:latin typeface="+mj-lt"/>
              </a:defRPr>
            </a:lvl1pPr>
          </a:lstStyle>
          <a:p>
            <a:endParaRPr lang="en-US"/>
          </a:p>
        </p:txBody>
      </p:sp>
      <p:sp>
        <p:nvSpPr>
          <p:cNvPr id="6" name="Slide Number Placeholder 5"/>
          <p:cNvSpPr>
            <a:spLocks noGrp="1"/>
          </p:cNvSpPr>
          <p:nvPr>
            <p:ph type="sldNum" sz="quarter" idx="4"/>
          </p:nvPr>
        </p:nvSpPr>
        <p:spPr>
          <a:xfrm>
            <a:off x="10853744" y="6170490"/>
            <a:ext cx="1188720" cy="457200"/>
          </a:xfrm>
          <a:prstGeom prst="rect">
            <a:avLst/>
          </a:prstGeom>
        </p:spPr>
        <p:txBody>
          <a:bodyPr vert="horz" lIns="109728" tIns="109728" rIns="109728" bIns="91440" rtlCol="0" anchor="b"/>
          <a:lstStyle>
            <a:lvl1pPr algn="r">
              <a:defRPr sz="1600" b="1" baseline="0">
                <a:solidFill>
                  <a:schemeClr val="tx1">
                    <a:lumMod val="75000"/>
                    <a:lumOff val="25000"/>
                  </a:schemeClr>
                </a:solidFill>
                <a:latin typeface="+mj-lt"/>
              </a:defRPr>
            </a:lvl1pPr>
          </a:lstStyle>
          <a:p>
            <a:pPr algn="l"/>
            <a:fld id="{FAEF9944-A4F6-4C59-AEBD-678D6480B8EA}" type="slidenum">
              <a:rPr lang="en-US" smtClean="0"/>
              <a:pPr algn="l"/>
              <a:t>‹#›</a:t>
            </a:fld>
            <a:endParaRPr lang="en-US"/>
          </a:p>
        </p:txBody>
      </p:sp>
      <p:cxnSp>
        <p:nvCxnSpPr>
          <p:cNvPr id="9" name="Straight Connector 8" title="Rule Line">
            <a:extLst>
              <a:ext uri="{FF2B5EF4-FFF2-40B4-BE49-F238E27FC236}">
                <a16:creationId xmlns:a16="http://schemas.microsoft.com/office/drawing/2014/main" id="{430127AE-B29E-4FDF-99D2-A2F1E7003F74}"/>
              </a:ext>
            </a:extLst>
          </p:cNvPr>
          <p:cNvCxnSpPr/>
          <p:nvPr/>
        </p:nvCxnSpPr>
        <p:spPr>
          <a:xfrm>
            <a:off x="1920240" y="2176009"/>
            <a:ext cx="8770571" cy="0"/>
          </a:xfrm>
          <a:prstGeom prst="line">
            <a:avLst/>
          </a:prstGeom>
          <a:ln w="254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491478"/>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74"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130000"/>
        </a:lnSpc>
        <a:spcBef>
          <a:spcPct val="0"/>
        </a:spcBef>
        <a:buNone/>
        <a:defRPr sz="32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 name="Title 1"/>
          <p:cNvSpPr>
            <a:spLocks noGrp="1"/>
          </p:cNvSpPr>
          <p:nvPr>
            <p:ph type="ctrTitle"/>
          </p:nvPr>
        </p:nvSpPr>
        <p:spPr>
          <a:xfrm>
            <a:off x="1406750" y="1346268"/>
            <a:ext cx="5048641" cy="3066706"/>
          </a:xfrm>
        </p:spPr>
        <p:txBody>
          <a:bodyPr anchor="b">
            <a:normAutofit fontScale="90000"/>
          </a:bodyPr>
          <a:lstStyle/>
          <a:p>
            <a:pPr>
              <a:lnSpc>
                <a:spcPct val="110000"/>
              </a:lnSpc>
            </a:pPr>
            <a:r>
              <a:rPr lang="en-US" dirty="0">
                <a:cs typeface="Calibri Light"/>
              </a:rPr>
              <a:t>Unsupervised </a:t>
            </a:r>
            <a:br>
              <a:rPr lang="en-US" dirty="0">
                <a:cs typeface="Calibri Light"/>
              </a:rPr>
            </a:br>
            <a:r>
              <a:rPr lang="en-US" dirty="0">
                <a:cs typeface="Calibri Light"/>
              </a:rPr>
              <a:t>Machine Learning</a:t>
            </a:r>
            <a:endParaRPr lang="en-US" dirty="0"/>
          </a:p>
        </p:txBody>
      </p:sp>
      <p:sp>
        <p:nvSpPr>
          <p:cNvPr id="3" name="Subtitle 2"/>
          <p:cNvSpPr>
            <a:spLocks noGrp="1"/>
          </p:cNvSpPr>
          <p:nvPr>
            <p:ph type="subTitle" idx="1"/>
          </p:nvPr>
        </p:nvSpPr>
        <p:spPr>
          <a:xfrm>
            <a:off x="1201212" y="4412974"/>
            <a:ext cx="4524024" cy="1576188"/>
          </a:xfrm>
        </p:spPr>
        <p:txBody>
          <a:bodyPr vert="horz" lIns="91440" tIns="45720" rIns="91440" bIns="45720" rtlCol="0" anchor="t">
            <a:normAutofit/>
          </a:bodyPr>
          <a:lstStyle/>
          <a:p>
            <a:r>
              <a:rPr lang="en-US" b="1">
                <a:cs typeface="Calibri"/>
              </a:rPr>
              <a:t>@bethanyjep</a:t>
            </a:r>
            <a:endParaRPr lang="en-US" b="1"/>
          </a:p>
        </p:txBody>
      </p:sp>
      <p:sp>
        <p:nvSpPr>
          <p:cNvPr id="11" name="Freeform: Shape 10">
            <a:extLst>
              <a:ext uri="{FF2B5EF4-FFF2-40B4-BE49-F238E27FC236}">
                <a16:creationId xmlns:a16="http://schemas.microsoft.com/office/drawing/2014/main" id="{C7D887A3-61AD-4674-BC53-8DFA8CF7B4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479F0FB3-8461-462D-84A2-53106FBF4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53480"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11E3C311-4E8A-45D9-97BF-07F5FD3469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58825"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pic>
        <p:nvPicPr>
          <p:cNvPr id="4" name="Picture 3">
            <a:extLst>
              <a:ext uri="{FF2B5EF4-FFF2-40B4-BE49-F238E27FC236}">
                <a16:creationId xmlns:a16="http://schemas.microsoft.com/office/drawing/2014/main" id="{41C95593-585D-F776-2C9D-80D3150BFCA5}"/>
              </a:ext>
            </a:extLst>
          </p:cNvPr>
          <p:cNvPicPr>
            <a:picLocks noChangeAspect="1"/>
          </p:cNvPicPr>
          <p:nvPr/>
        </p:nvPicPr>
        <p:blipFill rotWithShape="1">
          <a:blip r:embed="rId2"/>
          <a:srcRect l="27991" r="35524" b="-4"/>
          <a:stretch/>
        </p:blipFill>
        <p:spPr>
          <a:xfrm>
            <a:off x="7187979" y="10"/>
            <a:ext cx="5004021" cy="6857990"/>
          </a:xfrm>
          <a:custGeom>
            <a:avLst/>
            <a:gdLst/>
            <a:ahLst/>
            <a:cxnLst/>
            <a:rect l="l" t="t" r="r" b="b"/>
            <a:pathLst>
              <a:path w="4901771" h="685800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38D8C-1328-0D65-E973-C9D2FB208342}"/>
              </a:ext>
            </a:extLst>
          </p:cNvPr>
          <p:cNvSpPr>
            <a:spLocks noGrp="1"/>
          </p:cNvSpPr>
          <p:nvPr>
            <p:ph type="title"/>
          </p:nvPr>
        </p:nvSpPr>
        <p:spPr/>
        <p:txBody>
          <a:bodyPr/>
          <a:lstStyle/>
          <a:p>
            <a:r>
              <a:rPr lang="en-US">
                <a:ea typeface="Meiryo"/>
              </a:rPr>
              <a:t>Requirements</a:t>
            </a:r>
            <a:endParaRPr lang="en-US"/>
          </a:p>
        </p:txBody>
      </p:sp>
      <p:sp>
        <p:nvSpPr>
          <p:cNvPr id="3" name="Content Placeholder 2">
            <a:extLst>
              <a:ext uri="{FF2B5EF4-FFF2-40B4-BE49-F238E27FC236}">
                <a16:creationId xmlns:a16="http://schemas.microsoft.com/office/drawing/2014/main" id="{D5ED09A1-C250-52F6-85F2-380CF74903DA}"/>
              </a:ext>
            </a:extLst>
          </p:cNvPr>
          <p:cNvSpPr>
            <a:spLocks noGrp="1"/>
          </p:cNvSpPr>
          <p:nvPr>
            <p:ph idx="1"/>
          </p:nvPr>
        </p:nvSpPr>
        <p:spPr/>
        <p:txBody>
          <a:bodyPr vert="horz" lIns="109728" tIns="109728" rIns="109728" bIns="91440" rtlCol="0" anchor="t">
            <a:normAutofit/>
          </a:bodyPr>
          <a:lstStyle/>
          <a:p>
            <a:r>
              <a:rPr lang="en-US">
                <a:ea typeface="Meiryo"/>
              </a:rPr>
              <a:t>- Basic understanding of python</a:t>
            </a:r>
          </a:p>
          <a:p>
            <a:r>
              <a:rPr lang="en-US">
                <a:ea typeface="Meiryo"/>
              </a:rPr>
              <a:t>- </a:t>
            </a:r>
            <a:r>
              <a:rPr lang="en-US" err="1">
                <a:ea typeface="Meiryo"/>
              </a:rPr>
              <a:t>Jupyter</a:t>
            </a:r>
            <a:r>
              <a:rPr lang="en-US">
                <a:ea typeface="Meiryo"/>
              </a:rPr>
              <a:t> Notebook installed in Visual Studio Code</a:t>
            </a:r>
          </a:p>
          <a:p>
            <a:endParaRPr lang="en-US">
              <a:ea typeface="Meiryo"/>
            </a:endParaRPr>
          </a:p>
        </p:txBody>
      </p:sp>
    </p:spTree>
    <p:extLst>
      <p:ext uri="{BB962C8B-B14F-4D97-AF65-F5344CB8AC3E}">
        <p14:creationId xmlns:p14="http://schemas.microsoft.com/office/powerpoint/2010/main" val="3110096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181FC64-B306-4821-98E2-780662EFC4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77E517A6-9034-1BD6-2E4D-B1506EE0D1E7}"/>
              </a:ext>
            </a:extLst>
          </p:cNvPr>
          <p:cNvSpPr>
            <a:spLocks noGrp="1"/>
          </p:cNvSpPr>
          <p:nvPr>
            <p:ph type="title"/>
          </p:nvPr>
        </p:nvSpPr>
        <p:spPr>
          <a:xfrm>
            <a:off x="992730" y="1070703"/>
            <a:ext cx="5271804" cy="1639888"/>
          </a:xfrm>
        </p:spPr>
        <p:txBody>
          <a:bodyPr anchor="b">
            <a:normAutofit/>
          </a:bodyPr>
          <a:lstStyle/>
          <a:p>
            <a:r>
              <a:rPr lang="en-US">
                <a:ea typeface="Meiryo"/>
              </a:rPr>
              <a:t>Recap: what is machine learning?</a:t>
            </a:r>
            <a:endParaRPr lang="en-US"/>
          </a:p>
        </p:txBody>
      </p:sp>
      <p:sp>
        <p:nvSpPr>
          <p:cNvPr id="3" name="Content Placeholder 2">
            <a:extLst>
              <a:ext uri="{FF2B5EF4-FFF2-40B4-BE49-F238E27FC236}">
                <a16:creationId xmlns:a16="http://schemas.microsoft.com/office/drawing/2014/main" id="{B4369E17-FC40-8921-CBC3-01FDA9288828}"/>
              </a:ext>
            </a:extLst>
          </p:cNvPr>
          <p:cNvSpPr>
            <a:spLocks noGrp="1"/>
          </p:cNvSpPr>
          <p:nvPr>
            <p:ph idx="1"/>
          </p:nvPr>
        </p:nvSpPr>
        <p:spPr>
          <a:xfrm>
            <a:off x="992519" y="2670177"/>
            <a:ext cx="5271804" cy="2865437"/>
          </a:xfrm>
        </p:spPr>
        <p:txBody>
          <a:bodyPr vert="horz" lIns="109728" tIns="109728" rIns="109728" bIns="91440" rtlCol="0" anchor="t">
            <a:normAutofit fontScale="92500" lnSpcReduction="20000"/>
          </a:bodyPr>
          <a:lstStyle/>
          <a:p>
            <a:r>
              <a:rPr lang="en-US">
                <a:ea typeface="+mn-lt"/>
                <a:cs typeface="+mn-lt"/>
              </a:rPr>
              <a:t>This is often the foundation for an AI system and is the way we "teach" a computer model to make prediction and draw conclusions from data.</a:t>
            </a:r>
          </a:p>
          <a:p>
            <a:r>
              <a:rPr lang="en-US">
                <a:ea typeface="+mn-lt"/>
                <a:cs typeface="+mn-lt"/>
              </a:rPr>
              <a:t>Machine learning automates the process of pattern-discovery by finding meaningful insights from real-world or generated data. </a:t>
            </a:r>
            <a:endParaRPr lang="en-US"/>
          </a:p>
        </p:txBody>
      </p:sp>
      <p:sp>
        <p:nvSpPr>
          <p:cNvPr id="11" name="Freeform: Shape 10">
            <a:extLst>
              <a:ext uri="{FF2B5EF4-FFF2-40B4-BE49-F238E27FC236}">
                <a16:creationId xmlns:a16="http://schemas.microsoft.com/office/drawing/2014/main" id="{5871FC61-DD4E-47D4-81FD-8A7E7D12B3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986049" y="0"/>
            <a:ext cx="5205951" cy="6858000"/>
          </a:xfrm>
          <a:custGeom>
            <a:avLst/>
            <a:gdLst>
              <a:gd name="connsiteX0" fmla="*/ 0 w 5205951"/>
              <a:gd name="connsiteY0" fmla="*/ 0 h 6858000"/>
              <a:gd name="connsiteX1" fmla="*/ 1709529 w 5205951"/>
              <a:gd name="connsiteY1" fmla="*/ 0 h 6858000"/>
              <a:gd name="connsiteX2" fmla="*/ 2489695 w 5205951"/>
              <a:gd name="connsiteY2" fmla="*/ 0 h 6858000"/>
              <a:gd name="connsiteX3" fmla="*/ 3582928 w 5205951"/>
              <a:gd name="connsiteY3" fmla="*/ 0 h 6858000"/>
              <a:gd name="connsiteX4" fmla="*/ 3605052 w 5205951"/>
              <a:gd name="connsiteY4" fmla="*/ 14997 h 6858000"/>
              <a:gd name="connsiteX5" fmla="*/ 5205951 w 5205951"/>
              <a:gd name="connsiteY5" fmla="*/ 3621656 h 6858000"/>
              <a:gd name="connsiteX6" fmla="*/ 3331601 w 5205951"/>
              <a:gd name="connsiteY6" fmla="*/ 6374814 h 6858000"/>
              <a:gd name="connsiteX7" fmla="*/ 2814953 w 5205951"/>
              <a:gd name="connsiteY7" fmla="*/ 6780599 h 6858000"/>
              <a:gd name="connsiteX8" fmla="*/ 2703197 w 5205951"/>
              <a:gd name="connsiteY8" fmla="*/ 6858000 h 6858000"/>
              <a:gd name="connsiteX9" fmla="*/ 2489695 w 5205951"/>
              <a:gd name="connsiteY9" fmla="*/ 6858000 h 6858000"/>
              <a:gd name="connsiteX10" fmla="*/ 1709529 w 5205951"/>
              <a:gd name="connsiteY10" fmla="*/ 6858000 h 6858000"/>
              <a:gd name="connsiteX11" fmla="*/ 0 w 5205951"/>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205951" h="6858000">
                <a:moveTo>
                  <a:pt x="0" y="0"/>
                </a:moveTo>
                <a:lnTo>
                  <a:pt x="1709529" y="0"/>
                </a:lnTo>
                <a:lnTo>
                  <a:pt x="2489695" y="0"/>
                </a:lnTo>
                <a:lnTo>
                  <a:pt x="3582928" y="0"/>
                </a:lnTo>
                <a:lnTo>
                  <a:pt x="3605052" y="14997"/>
                </a:lnTo>
                <a:cubicBezTo>
                  <a:pt x="4632215" y="754641"/>
                  <a:pt x="5205951" y="2093192"/>
                  <a:pt x="5205951" y="3621656"/>
                </a:cubicBezTo>
                <a:cubicBezTo>
                  <a:pt x="5205951" y="4969131"/>
                  <a:pt x="4277226" y="5602839"/>
                  <a:pt x="3331601" y="6374814"/>
                </a:cubicBezTo>
                <a:cubicBezTo>
                  <a:pt x="3159398" y="6515397"/>
                  <a:pt x="2988771" y="6653108"/>
                  <a:pt x="2814953" y="6780599"/>
                </a:cubicBezTo>
                <a:lnTo>
                  <a:pt x="2703197" y="6858000"/>
                </a:lnTo>
                <a:lnTo>
                  <a:pt x="2489695" y="6858000"/>
                </a:lnTo>
                <a:lnTo>
                  <a:pt x="1709529"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829A1E2C-5AC8-40FC-99E9-832069D39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577485"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55C54A75-E44A-4147-B9D0-FF46CFD316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754925"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pic>
        <p:nvPicPr>
          <p:cNvPr id="5" name="Picture 4" descr="Robot operating a machine">
            <a:extLst>
              <a:ext uri="{FF2B5EF4-FFF2-40B4-BE49-F238E27FC236}">
                <a16:creationId xmlns:a16="http://schemas.microsoft.com/office/drawing/2014/main" id="{C5745C6E-2DD2-0398-21D7-F26ECFA43955}"/>
              </a:ext>
            </a:extLst>
          </p:cNvPr>
          <p:cNvPicPr>
            <a:picLocks noChangeAspect="1"/>
          </p:cNvPicPr>
          <p:nvPr/>
        </p:nvPicPr>
        <p:blipFill rotWithShape="1">
          <a:blip r:embed="rId2"/>
          <a:srcRect l="20871" r="23267" b="4"/>
          <a:stretch/>
        </p:blipFill>
        <p:spPr>
          <a:xfrm>
            <a:off x="7203882" y="10"/>
            <a:ext cx="4988118" cy="6857990"/>
          </a:xfrm>
          <a:custGeom>
            <a:avLst/>
            <a:gdLst/>
            <a:ahLst/>
            <a:cxnLst/>
            <a:rect l="l" t="t" r="r" b="b"/>
            <a:pathLst>
              <a:path w="4901771" h="6858000">
                <a:moveTo>
                  <a:pt x="1623023" y="0"/>
                </a:moveTo>
                <a:lnTo>
                  <a:pt x="2716256" y="0"/>
                </a:lnTo>
                <a:lnTo>
                  <a:pt x="3496422" y="0"/>
                </a:lnTo>
                <a:lnTo>
                  <a:pt x="4544484" y="0"/>
                </a:lnTo>
                <a:lnTo>
                  <a:pt x="4710787" y="0"/>
                </a:lnTo>
                <a:lnTo>
                  <a:pt x="4901771" y="0"/>
                </a:lnTo>
                <a:lnTo>
                  <a:pt x="4901771" y="6858000"/>
                </a:lnTo>
                <a:lnTo>
                  <a:pt x="4710787" y="6858000"/>
                </a:lnTo>
                <a:lnTo>
                  <a:pt x="4544484" y="6858000"/>
                </a:lnTo>
                <a:lnTo>
                  <a:pt x="3496422" y="6858000"/>
                </a:lnTo>
                <a:lnTo>
                  <a:pt x="2716256" y="6858000"/>
                </a:lnTo>
                <a:lnTo>
                  <a:pt x="2502754" y="6858000"/>
                </a:lnTo>
                <a:lnTo>
                  <a:pt x="2390998" y="6780599"/>
                </a:lnTo>
                <a:cubicBezTo>
                  <a:pt x="2217180" y="6653108"/>
                  <a:pt x="2046553" y="6515397"/>
                  <a:pt x="1874350" y="6374814"/>
                </a:cubicBezTo>
                <a:cubicBezTo>
                  <a:pt x="928725" y="5602839"/>
                  <a:pt x="0" y="4969131"/>
                  <a:pt x="0" y="3621656"/>
                </a:cubicBezTo>
                <a:cubicBezTo>
                  <a:pt x="0" y="2093192"/>
                  <a:pt x="573736" y="754641"/>
                  <a:pt x="1600899" y="14997"/>
                </a:cubicBezTo>
                <a:close/>
              </a:path>
            </a:pathLst>
          </a:custGeom>
        </p:spPr>
      </p:pic>
    </p:spTree>
    <p:extLst>
      <p:ext uri="{BB962C8B-B14F-4D97-AF65-F5344CB8AC3E}">
        <p14:creationId xmlns:p14="http://schemas.microsoft.com/office/powerpoint/2010/main" val="2080654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47FC6A8B-34F9-40FB-AA2D-E34168F528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4" name="Freeform: Shape 23">
            <a:extLst>
              <a:ext uri="{FF2B5EF4-FFF2-40B4-BE49-F238E27FC236}">
                <a16:creationId xmlns:a16="http://schemas.microsoft.com/office/drawing/2014/main" id="{1EC86DB4-572A-4F71-AF8A-2395B4CA7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756583" y="0"/>
            <a:ext cx="11435265" cy="6858000"/>
          </a:xfrm>
          <a:custGeom>
            <a:avLst/>
            <a:gdLst>
              <a:gd name="connsiteX0" fmla="*/ 9925983 w 11435265"/>
              <a:gd name="connsiteY0" fmla="*/ 6858000 h 6858000"/>
              <a:gd name="connsiteX1" fmla="*/ 0 w 11435265"/>
              <a:gd name="connsiteY1" fmla="*/ 6858000 h 6858000"/>
              <a:gd name="connsiteX2" fmla="*/ 0 w 11435265"/>
              <a:gd name="connsiteY2" fmla="*/ 0 h 6858000"/>
              <a:gd name="connsiteX3" fmla="*/ 996904 w 11435265"/>
              <a:gd name="connsiteY3" fmla="*/ 0 h 6858000"/>
              <a:gd name="connsiteX4" fmla="*/ 2426875 w 11435265"/>
              <a:gd name="connsiteY4" fmla="*/ 0 h 6858000"/>
              <a:gd name="connsiteX5" fmla="*/ 4014127 w 11435265"/>
              <a:gd name="connsiteY5" fmla="*/ 0 h 6858000"/>
              <a:gd name="connsiteX6" fmla="*/ 4359595 w 11435265"/>
              <a:gd name="connsiteY6" fmla="*/ 0 h 6858000"/>
              <a:gd name="connsiteX7" fmla="*/ 4647960 w 11435265"/>
              <a:gd name="connsiteY7" fmla="*/ 0 h 6858000"/>
              <a:gd name="connsiteX8" fmla="*/ 4691093 w 11435265"/>
              <a:gd name="connsiteY8" fmla="*/ 0 h 6858000"/>
              <a:gd name="connsiteX9" fmla="*/ 5558544 w 11435265"/>
              <a:gd name="connsiteY9" fmla="*/ 0 h 6858000"/>
              <a:gd name="connsiteX10" fmla="*/ 5570664 w 11435265"/>
              <a:gd name="connsiteY10" fmla="*/ 0 h 6858000"/>
              <a:gd name="connsiteX11" fmla="*/ 5695183 w 11435265"/>
              <a:gd name="connsiteY11" fmla="*/ 0 h 6858000"/>
              <a:gd name="connsiteX12" fmla="*/ 7177357 w 11435265"/>
              <a:gd name="connsiteY12" fmla="*/ 0 h 6858000"/>
              <a:gd name="connsiteX13" fmla="*/ 9824163 w 11435265"/>
              <a:gd name="connsiteY13" fmla="*/ 0 h 6858000"/>
              <a:gd name="connsiteX14" fmla="*/ 9846125 w 11435265"/>
              <a:gd name="connsiteY14" fmla="*/ 16892 h 6858000"/>
              <a:gd name="connsiteX15" fmla="*/ 11435265 w 11435265"/>
              <a:gd name="connsiteY15" fmla="*/ 4079318 h 6858000"/>
              <a:gd name="connsiteX16" fmla="*/ 10261404 w 11435265"/>
              <a:gd name="connsiteY16" fmla="*/ 654244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435265" h="6858000">
                <a:moveTo>
                  <a:pt x="9925983" y="6858000"/>
                </a:moveTo>
                <a:lnTo>
                  <a:pt x="0" y="6858000"/>
                </a:lnTo>
                <a:lnTo>
                  <a:pt x="0" y="0"/>
                </a:lnTo>
                <a:lnTo>
                  <a:pt x="996904" y="0"/>
                </a:lnTo>
                <a:lnTo>
                  <a:pt x="2426875" y="0"/>
                </a:lnTo>
                <a:lnTo>
                  <a:pt x="4014127" y="0"/>
                </a:lnTo>
                <a:lnTo>
                  <a:pt x="4359595" y="0"/>
                </a:lnTo>
                <a:lnTo>
                  <a:pt x="4647960" y="0"/>
                </a:lnTo>
                <a:lnTo>
                  <a:pt x="4691093" y="0"/>
                </a:lnTo>
                <a:lnTo>
                  <a:pt x="5558544" y="0"/>
                </a:lnTo>
                <a:lnTo>
                  <a:pt x="5570664" y="0"/>
                </a:lnTo>
                <a:lnTo>
                  <a:pt x="5695183" y="0"/>
                </a:lnTo>
                <a:lnTo>
                  <a:pt x="7177357" y="0"/>
                </a:lnTo>
                <a:lnTo>
                  <a:pt x="9824163" y="0"/>
                </a:lnTo>
                <a:lnTo>
                  <a:pt x="9846125" y="16892"/>
                </a:lnTo>
                <a:cubicBezTo>
                  <a:pt x="10865743" y="850004"/>
                  <a:pt x="11435265" y="2357705"/>
                  <a:pt x="11435265" y="4079318"/>
                </a:cubicBezTo>
                <a:cubicBezTo>
                  <a:pt x="11435265" y="5217633"/>
                  <a:pt x="10916694" y="5903717"/>
                  <a:pt x="10261404" y="6542447"/>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6" name="Freeform: Shape 25">
            <a:extLst>
              <a:ext uri="{FF2B5EF4-FFF2-40B4-BE49-F238E27FC236}">
                <a16:creationId xmlns:a16="http://schemas.microsoft.com/office/drawing/2014/main" id="{71BA53A4-C4B7-4189-9FC1-6350B1AB5D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341199" y="0"/>
            <a:ext cx="1518348" cy="6858000"/>
          </a:xfrm>
          <a:custGeom>
            <a:avLst/>
            <a:gdLst>
              <a:gd name="connsiteX0" fmla="*/ 19178 w 1518348"/>
              <a:gd name="connsiteY0" fmla="*/ 6858000 h 6858000"/>
              <a:gd name="connsiteX1" fmla="*/ 0 w 1518348"/>
              <a:gd name="connsiteY1" fmla="*/ 6858000 h 6858000"/>
              <a:gd name="connsiteX2" fmla="*/ 241394 w 1518348"/>
              <a:gd name="connsiteY2" fmla="*/ 6638611 h 6858000"/>
              <a:gd name="connsiteX3" fmla="*/ 1493356 w 1518348"/>
              <a:gd name="connsiteY3" fmla="*/ 4142424 h 6858000"/>
              <a:gd name="connsiteX4" fmla="*/ 282053 w 1518348"/>
              <a:gd name="connsiteY4" fmla="*/ 26474 h 6858000"/>
              <a:gd name="connsiteX5" fmla="*/ 256233 w 1518348"/>
              <a:gd name="connsiteY5" fmla="*/ 0 h 6858000"/>
              <a:gd name="connsiteX6" fmla="*/ 273463 w 1518348"/>
              <a:gd name="connsiteY6" fmla="*/ 0 h 6858000"/>
              <a:gd name="connsiteX7" fmla="*/ 300199 w 1518348"/>
              <a:gd name="connsiteY7" fmla="*/ 27414 h 6858000"/>
              <a:gd name="connsiteX8" fmla="*/ 1511501 w 1518348"/>
              <a:gd name="connsiteY8" fmla="*/ 4143362 h 6858000"/>
              <a:gd name="connsiteX9" fmla="*/ 259539 w 1518348"/>
              <a:gd name="connsiteY9" fmla="*/ 663954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18348" h="6858000">
                <a:moveTo>
                  <a:pt x="19178" y="6858000"/>
                </a:moveTo>
                <a:lnTo>
                  <a:pt x="0" y="6858000"/>
                </a:lnTo>
                <a:lnTo>
                  <a:pt x="241394" y="6638611"/>
                </a:lnTo>
                <a:cubicBezTo>
                  <a:pt x="909582" y="6009084"/>
                  <a:pt x="1445892" y="5323498"/>
                  <a:pt x="1493356" y="4142424"/>
                </a:cubicBezTo>
                <a:cubicBezTo>
                  <a:pt x="1560655" y="2467784"/>
                  <a:pt x="1130049" y="962858"/>
                  <a:pt x="282053" y="26474"/>
                </a:cubicBezTo>
                <a:lnTo>
                  <a:pt x="256233" y="0"/>
                </a:lnTo>
                <a:lnTo>
                  <a:pt x="273463" y="0"/>
                </a:lnTo>
                <a:lnTo>
                  <a:pt x="300199" y="27414"/>
                </a:lnTo>
                <a:cubicBezTo>
                  <a:pt x="1148195" y="963796"/>
                  <a:pt x="1578800" y="2468723"/>
                  <a:pt x="1511501" y="4143362"/>
                </a:cubicBezTo>
                <a:cubicBezTo>
                  <a:pt x="1464037" y="5324436"/>
                  <a:pt x="927728" y="6010023"/>
                  <a:pt x="259539" y="6639549"/>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8" name="Freeform: Shape 27">
            <a:extLst>
              <a:ext uri="{FF2B5EF4-FFF2-40B4-BE49-F238E27FC236}">
                <a16:creationId xmlns:a16="http://schemas.microsoft.com/office/drawing/2014/main" id="{5558AD6E-B070-4640-AA07-87E208983E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552928" y="0"/>
            <a:ext cx="1644534" cy="6858000"/>
          </a:xfrm>
          <a:custGeom>
            <a:avLst/>
            <a:gdLst>
              <a:gd name="connsiteX0" fmla="*/ 135252 w 1644534"/>
              <a:gd name="connsiteY0" fmla="*/ 6858000 h 6858000"/>
              <a:gd name="connsiteX1" fmla="*/ 101819 w 1644534"/>
              <a:gd name="connsiteY1" fmla="*/ 6858000 h 6858000"/>
              <a:gd name="connsiteX2" fmla="*/ 437240 w 1644534"/>
              <a:gd name="connsiteY2" fmla="*/ 6542447 h 6858000"/>
              <a:gd name="connsiteX3" fmla="*/ 1611101 w 1644534"/>
              <a:gd name="connsiteY3" fmla="*/ 4079318 h 6858000"/>
              <a:gd name="connsiteX4" fmla="*/ 21961 w 1644534"/>
              <a:gd name="connsiteY4" fmla="*/ 16892 h 6858000"/>
              <a:gd name="connsiteX5" fmla="*/ 0 w 1644534"/>
              <a:gd name="connsiteY5" fmla="*/ 0 h 6858000"/>
              <a:gd name="connsiteX6" fmla="*/ 33433 w 1644534"/>
              <a:gd name="connsiteY6" fmla="*/ 0 h 6858000"/>
              <a:gd name="connsiteX7" fmla="*/ 55394 w 1644534"/>
              <a:gd name="connsiteY7" fmla="*/ 16892 h 6858000"/>
              <a:gd name="connsiteX8" fmla="*/ 1644534 w 1644534"/>
              <a:gd name="connsiteY8" fmla="*/ 4079318 h 6858000"/>
              <a:gd name="connsiteX9" fmla="*/ 470673 w 1644534"/>
              <a:gd name="connsiteY9" fmla="*/ 654244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44534" h="6858000">
                <a:moveTo>
                  <a:pt x="135252" y="6858000"/>
                </a:moveTo>
                <a:lnTo>
                  <a:pt x="101819" y="6858000"/>
                </a:lnTo>
                <a:lnTo>
                  <a:pt x="437240" y="6542447"/>
                </a:lnTo>
                <a:cubicBezTo>
                  <a:pt x="1092531" y="5903717"/>
                  <a:pt x="1611101" y="5217633"/>
                  <a:pt x="1611101" y="4079318"/>
                </a:cubicBezTo>
                <a:cubicBezTo>
                  <a:pt x="1611101" y="2357705"/>
                  <a:pt x="1041580" y="850004"/>
                  <a:pt x="21961" y="16892"/>
                </a:cubicBezTo>
                <a:lnTo>
                  <a:pt x="0" y="0"/>
                </a:lnTo>
                <a:lnTo>
                  <a:pt x="33433" y="0"/>
                </a:lnTo>
                <a:lnTo>
                  <a:pt x="55394" y="16892"/>
                </a:lnTo>
                <a:cubicBezTo>
                  <a:pt x="1075012" y="850004"/>
                  <a:pt x="1644534" y="2357705"/>
                  <a:pt x="1644534" y="4079318"/>
                </a:cubicBezTo>
                <a:cubicBezTo>
                  <a:pt x="1644534" y="5217633"/>
                  <a:pt x="1125963" y="5903717"/>
                  <a:pt x="470673" y="654244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0" name="Freeform: Shape 29">
            <a:extLst>
              <a:ext uri="{FF2B5EF4-FFF2-40B4-BE49-F238E27FC236}">
                <a16:creationId xmlns:a16="http://schemas.microsoft.com/office/drawing/2014/main" id="{36ACFB69-D148-449E-AC5A-C55AA20A7F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988858" y="0"/>
            <a:ext cx="1461546" cy="6858000"/>
          </a:xfrm>
          <a:custGeom>
            <a:avLst/>
            <a:gdLst>
              <a:gd name="connsiteX0" fmla="*/ 107940 w 1461546"/>
              <a:gd name="connsiteY0" fmla="*/ 6858000 h 6858000"/>
              <a:gd name="connsiteX1" fmla="*/ 91317 w 1461546"/>
              <a:gd name="connsiteY1" fmla="*/ 6858000 h 6858000"/>
              <a:gd name="connsiteX2" fmla="*/ 392141 w 1461546"/>
              <a:gd name="connsiteY2" fmla="*/ 6542447 h 6858000"/>
              <a:gd name="connsiteX3" fmla="*/ 1444924 w 1461546"/>
              <a:gd name="connsiteY3" fmla="*/ 4079318 h 6858000"/>
              <a:gd name="connsiteX4" fmla="*/ 19696 w 1461546"/>
              <a:gd name="connsiteY4" fmla="*/ 16892 h 6858000"/>
              <a:gd name="connsiteX5" fmla="*/ 0 w 1461546"/>
              <a:gd name="connsiteY5" fmla="*/ 0 h 6858000"/>
              <a:gd name="connsiteX6" fmla="*/ 16622 w 1461546"/>
              <a:gd name="connsiteY6" fmla="*/ 0 h 6858000"/>
              <a:gd name="connsiteX7" fmla="*/ 36319 w 1461546"/>
              <a:gd name="connsiteY7" fmla="*/ 16892 h 6858000"/>
              <a:gd name="connsiteX8" fmla="*/ 1461546 w 1461546"/>
              <a:gd name="connsiteY8" fmla="*/ 4079318 h 6858000"/>
              <a:gd name="connsiteX9" fmla="*/ 408763 w 1461546"/>
              <a:gd name="connsiteY9" fmla="*/ 654244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61546" h="6858000">
                <a:moveTo>
                  <a:pt x="107940" y="6858000"/>
                </a:moveTo>
                <a:lnTo>
                  <a:pt x="91317" y="6858000"/>
                </a:lnTo>
                <a:lnTo>
                  <a:pt x="392141" y="6542447"/>
                </a:lnTo>
                <a:cubicBezTo>
                  <a:pt x="979841" y="5903717"/>
                  <a:pt x="1444924" y="5217633"/>
                  <a:pt x="1444924" y="4079318"/>
                </a:cubicBezTo>
                <a:cubicBezTo>
                  <a:pt x="1444924" y="2357705"/>
                  <a:pt x="934146" y="850004"/>
                  <a:pt x="19696" y="16892"/>
                </a:cubicBezTo>
                <a:lnTo>
                  <a:pt x="0" y="0"/>
                </a:lnTo>
                <a:lnTo>
                  <a:pt x="16622" y="0"/>
                </a:lnTo>
                <a:lnTo>
                  <a:pt x="36319" y="16892"/>
                </a:lnTo>
                <a:cubicBezTo>
                  <a:pt x="950768" y="850004"/>
                  <a:pt x="1461546" y="2357705"/>
                  <a:pt x="1461546" y="4079318"/>
                </a:cubicBezTo>
                <a:cubicBezTo>
                  <a:pt x="1461546" y="5217633"/>
                  <a:pt x="996464" y="5903717"/>
                  <a:pt x="408763" y="654244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 name="Title 1">
            <a:extLst>
              <a:ext uri="{FF2B5EF4-FFF2-40B4-BE49-F238E27FC236}">
                <a16:creationId xmlns:a16="http://schemas.microsoft.com/office/drawing/2014/main" id="{BB366650-523A-72C5-076C-9608CC2F045E}"/>
              </a:ext>
            </a:extLst>
          </p:cNvPr>
          <p:cNvSpPr>
            <a:spLocks noGrp="1"/>
          </p:cNvSpPr>
          <p:nvPr>
            <p:ph type="title"/>
          </p:nvPr>
        </p:nvSpPr>
        <p:spPr>
          <a:xfrm>
            <a:off x="2377440" y="442220"/>
            <a:ext cx="8397987" cy="1345269"/>
          </a:xfrm>
        </p:spPr>
        <p:txBody>
          <a:bodyPr anchor="b">
            <a:normAutofit/>
          </a:bodyPr>
          <a:lstStyle/>
          <a:p>
            <a:r>
              <a:rPr lang="en-US">
                <a:ea typeface="Meiryo"/>
              </a:rPr>
              <a:t>Steps in Machine Learning</a:t>
            </a:r>
            <a:endParaRPr lang="en-US"/>
          </a:p>
        </p:txBody>
      </p:sp>
      <p:graphicFrame>
        <p:nvGraphicFramePr>
          <p:cNvPr id="4" name="Content Placeholder 2">
            <a:extLst>
              <a:ext uri="{FF2B5EF4-FFF2-40B4-BE49-F238E27FC236}">
                <a16:creationId xmlns:a16="http://schemas.microsoft.com/office/drawing/2014/main" id="{96830FFD-1EC3-4DA1-DC5F-D9736D239857}"/>
              </a:ext>
            </a:extLst>
          </p:cNvPr>
          <p:cNvGraphicFramePr>
            <a:graphicFrameLocks noGrp="1"/>
          </p:cNvGraphicFramePr>
          <p:nvPr>
            <p:extLst>
              <p:ext uri="{D42A27DB-BD31-4B8C-83A1-F6EECF244321}">
                <p14:modId xmlns:p14="http://schemas.microsoft.com/office/powerpoint/2010/main" val="1625708462"/>
              </p:ext>
            </p:extLst>
          </p:nvPr>
        </p:nvGraphicFramePr>
        <p:xfrm>
          <a:off x="2377439" y="2312988"/>
          <a:ext cx="8312785" cy="341153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387937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8" name="Freeform: Shape 19">
            <a:extLst>
              <a:ext uri="{FF2B5EF4-FFF2-40B4-BE49-F238E27FC236}">
                <a16:creationId xmlns:a16="http://schemas.microsoft.com/office/drawing/2014/main" id="{9B0F7D69-D93C-4C38-A23D-76E000D69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6422" cy="6858000"/>
          </a:xfrm>
          <a:custGeom>
            <a:avLst/>
            <a:gdLst/>
            <a:ahLst/>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49" name="Freeform: Shape 21">
            <a:extLst>
              <a:ext uri="{FF2B5EF4-FFF2-40B4-BE49-F238E27FC236}">
                <a16:creationId xmlns:a16="http://schemas.microsoft.com/office/drawing/2014/main" id="{8CD419D4-EA9D-42D9-BF62-B07F0B7B67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5409" y="0"/>
            <a:ext cx="2529723" cy="6858000"/>
          </a:xfrm>
          <a:custGeom>
            <a:avLst/>
            <a:gdLst/>
            <a:ahLst/>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0" name="Freeform: Shape 23">
            <a:extLst>
              <a:ext uri="{FF2B5EF4-FFF2-40B4-BE49-F238E27FC236}">
                <a16:creationId xmlns:a16="http://schemas.microsoft.com/office/drawing/2014/main" id="{1C6FEC9B-9608-4181-A9E5-A1B80E720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402" y="0"/>
            <a:ext cx="2536434" cy="6858000"/>
          </a:xfrm>
          <a:custGeom>
            <a:avLst/>
            <a:gdLst/>
            <a:ahLst/>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1" name="Freeform: Shape 25">
            <a:extLst>
              <a:ext uri="{FF2B5EF4-FFF2-40B4-BE49-F238E27FC236}">
                <a16:creationId xmlns:a16="http://schemas.microsoft.com/office/drawing/2014/main" id="{AB1564ED-F26F-451D-97D6-A6EC3E83FD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4161" y="0"/>
            <a:ext cx="2261351" cy="6858000"/>
          </a:xfrm>
          <a:custGeom>
            <a:avLst/>
            <a:gdLst/>
            <a:ahLst/>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52" name="Freeform: Shape 27">
            <a:extLst>
              <a:ext uri="{FF2B5EF4-FFF2-40B4-BE49-F238E27FC236}">
                <a16:creationId xmlns:a16="http://schemas.microsoft.com/office/drawing/2014/main" id="{0CA184B6-3482-4F43-87F0-BC765DCFD8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3496422" cy="6858000"/>
          </a:xfrm>
          <a:custGeom>
            <a:avLst/>
            <a:gdLst/>
            <a:ahLst/>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3" name="Freeform: Shape 29">
            <a:extLst>
              <a:ext uri="{FF2B5EF4-FFF2-40B4-BE49-F238E27FC236}">
                <a16:creationId xmlns:a16="http://schemas.microsoft.com/office/drawing/2014/main" id="{6C869923-8380-4244-9548-802C330638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1375409" y="0"/>
            <a:ext cx="2529723" cy="6858000"/>
          </a:xfrm>
          <a:custGeom>
            <a:avLst/>
            <a:gdLst/>
            <a:ahLst/>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4" name="Freeform: Shape 31">
            <a:extLst>
              <a:ext uri="{FF2B5EF4-FFF2-40B4-BE49-F238E27FC236}">
                <a16:creationId xmlns:a16="http://schemas.microsoft.com/office/drawing/2014/main" id="{C06255F2-BC67-4DDE-B34E-AC4BA21838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1155402" y="0"/>
            <a:ext cx="2536434" cy="6858000"/>
          </a:xfrm>
          <a:custGeom>
            <a:avLst/>
            <a:gdLst/>
            <a:ahLst/>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55" name="Freeform: Shape 33">
            <a:extLst>
              <a:ext uri="{FF2B5EF4-FFF2-40B4-BE49-F238E27FC236}">
                <a16:creationId xmlns:a16="http://schemas.microsoft.com/office/drawing/2014/main" id="{55169443-FCCD-4C0A-8C69-18CD3FA096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924161" y="0"/>
            <a:ext cx="2261351" cy="6858000"/>
          </a:xfrm>
          <a:custGeom>
            <a:avLst/>
            <a:gdLst/>
            <a:ahLst/>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useBgFill="1">
        <p:nvSpPr>
          <p:cNvPr id="56" name="Rectangle 35">
            <a:extLst>
              <a:ext uri="{FF2B5EF4-FFF2-40B4-BE49-F238E27FC236}">
                <a16:creationId xmlns:a16="http://schemas.microsoft.com/office/drawing/2014/main" id="{AC8EEB0F-BA72-49AC-956F-331B60FDE7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pic>
        <p:nvPicPr>
          <p:cNvPr id="5" name="Picture 4" descr="Robot operating a machine">
            <a:extLst>
              <a:ext uri="{FF2B5EF4-FFF2-40B4-BE49-F238E27FC236}">
                <a16:creationId xmlns:a16="http://schemas.microsoft.com/office/drawing/2014/main" id="{C5745C6E-2DD2-0398-21D7-F26ECFA43955}"/>
              </a:ext>
            </a:extLst>
          </p:cNvPr>
          <p:cNvPicPr>
            <a:picLocks noChangeAspect="1"/>
          </p:cNvPicPr>
          <p:nvPr/>
        </p:nvPicPr>
        <p:blipFill rotWithShape="1">
          <a:blip r:embed="rId3"/>
          <a:srcRect t="3141" r="-1" b="23550"/>
          <a:stretch/>
        </p:blipFill>
        <p:spPr>
          <a:xfrm>
            <a:off x="20" y="10"/>
            <a:ext cx="12188932" cy="6857990"/>
          </a:xfrm>
          <a:prstGeom prst="rect">
            <a:avLst/>
          </a:prstGeom>
        </p:spPr>
      </p:pic>
      <p:sp>
        <p:nvSpPr>
          <p:cNvPr id="57" name="Freeform: Shape 37">
            <a:extLst>
              <a:ext uri="{FF2B5EF4-FFF2-40B4-BE49-F238E27FC236}">
                <a16:creationId xmlns:a16="http://schemas.microsoft.com/office/drawing/2014/main" id="{8CC700D5-9809-43F4-89D5-7DBBCB0DCC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086" y="1519577"/>
            <a:ext cx="4875255" cy="4344028"/>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tx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8" name="Freeform: Shape 39">
            <a:extLst>
              <a:ext uri="{FF2B5EF4-FFF2-40B4-BE49-F238E27FC236}">
                <a16:creationId xmlns:a16="http://schemas.microsoft.com/office/drawing/2014/main" id="{C7163242-6303-46DC-BAC1-2A204F0613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06005" y="1664838"/>
            <a:ext cx="4581293" cy="4059095"/>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solidFill>
            <a:schemeClr val="tx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59" name="Freeform: Shape 41">
            <a:extLst>
              <a:ext uri="{FF2B5EF4-FFF2-40B4-BE49-F238E27FC236}">
                <a16:creationId xmlns:a16="http://schemas.microsoft.com/office/drawing/2014/main" id="{805C4C40-D70E-4C4F-B228-98A0A61326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300000" flipH="1">
            <a:off x="747085" y="1272209"/>
            <a:ext cx="5147826" cy="4839241"/>
          </a:xfrm>
          <a:custGeom>
            <a:avLst/>
            <a:gdLst>
              <a:gd name="connsiteX0" fmla="*/ 2180840 w 3810827"/>
              <a:gd name="connsiteY0" fmla="*/ 0 h 3634591"/>
              <a:gd name="connsiteX1" fmla="*/ 2866380 w 3810827"/>
              <a:gd name="connsiteY1" fmla="*/ 145165 h 3634591"/>
              <a:gd name="connsiteX2" fmla="*/ 3366366 w 3810827"/>
              <a:gd name="connsiteY2" fmla="*/ 536835 h 3634591"/>
              <a:gd name="connsiteX3" fmla="*/ 3810827 w 3810827"/>
              <a:gd name="connsiteY3" fmla="*/ 1924156 h 3634591"/>
              <a:gd name="connsiteX4" fmla="*/ 3612844 w 3810827"/>
              <a:gd name="connsiteY4" fmla="*/ 2493111 h 3634591"/>
              <a:gd name="connsiteX5" fmla="*/ 3026664 w 3810827"/>
              <a:gd name="connsiteY5" fmla="*/ 3022891 h 3634591"/>
              <a:gd name="connsiteX6" fmla="*/ 2897783 w 3810827"/>
              <a:gd name="connsiteY6" fmla="*/ 3124233 h 3634591"/>
              <a:gd name="connsiteX7" fmla="*/ 1838765 w 3810827"/>
              <a:gd name="connsiteY7" fmla="*/ 3634591 h 3634591"/>
              <a:gd name="connsiteX8" fmla="*/ 443724 w 3810827"/>
              <a:gd name="connsiteY8" fmla="*/ 2805020 h 3634591"/>
              <a:gd name="connsiteX9" fmla="*/ 295053 w 3810827"/>
              <a:gd name="connsiteY9" fmla="*/ 2592792 h 3634591"/>
              <a:gd name="connsiteX10" fmla="*/ 0 w 3810827"/>
              <a:gd name="connsiteY10" fmla="*/ 1924156 h 3634591"/>
              <a:gd name="connsiteX11" fmla="*/ 178275 w 3810827"/>
              <a:gd name="connsiteY11" fmla="*/ 1204061 h 3634591"/>
              <a:gd name="connsiteX12" fmla="*/ 669921 w 3810827"/>
              <a:gd name="connsiteY12" fmla="*/ 585306 h 3634591"/>
              <a:gd name="connsiteX13" fmla="*/ 1380730 w 3810827"/>
              <a:gd name="connsiteY13" fmla="*/ 156203 h 3634591"/>
              <a:gd name="connsiteX14" fmla="*/ 2180840 w 3810827"/>
              <a:gd name="connsiteY14" fmla="*/ 0 h 3634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810827" h="3634591">
                <a:moveTo>
                  <a:pt x="2180840" y="0"/>
                </a:moveTo>
                <a:cubicBezTo>
                  <a:pt x="2431406" y="0"/>
                  <a:pt x="2662018" y="48886"/>
                  <a:pt x="2866380" y="145165"/>
                </a:cubicBezTo>
                <a:cubicBezTo>
                  <a:pt x="3057903" y="235467"/>
                  <a:pt x="3226119" y="367269"/>
                  <a:pt x="3366366" y="536835"/>
                </a:cubicBezTo>
                <a:cubicBezTo>
                  <a:pt x="3652997" y="883519"/>
                  <a:pt x="3810827" y="1376199"/>
                  <a:pt x="3810827" y="1924156"/>
                </a:cubicBezTo>
                <a:cubicBezTo>
                  <a:pt x="3810827" y="2142775"/>
                  <a:pt x="3749739" y="2318234"/>
                  <a:pt x="3612844" y="2493111"/>
                </a:cubicBezTo>
                <a:cubicBezTo>
                  <a:pt x="3469652" y="2676041"/>
                  <a:pt x="3254495" y="2844528"/>
                  <a:pt x="3026664" y="3022891"/>
                </a:cubicBezTo>
                <a:cubicBezTo>
                  <a:pt x="2984630" y="3055759"/>
                  <a:pt x="2941206" y="3089789"/>
                  <a:pt x="2897783" y="3124233"/>
                </a:cubicBezTo>
                <a:cubicBezTo>
                  <a:pt x="2509094" y="3432490"/>
                  <a:pt x="2225408" y="3634591"/>
                  <a:pt x="1838765" y="3634591"/>
                </a:cubicBezTo>
                <a:cubicBezTo>
                  <a:pt x="1249640" y="3634591"/>
                  <a:pt x="832413" y="3386508"/>
                  <a:pt x="443724" y="2805020"/>
                </a:cubicBezTo>
                <a:cubicBezTo>
                  <a:pt x="392859" y="2728910"/>
                  <a:pt x="343138" y="2659690"/>
                  <a:pt x="295053" y="2592792"/>
                </a:cubicBezTo>
                <a:cubicBezTo>
                  <a:pt x="95761" y="2315411"/>
                  <a:pt x="0" y="2171160"/>
                  <a:pt x="0" y="1924156"/>
                </a:cubicBezTo>
                <a:cubicBezTo>
                  <a:pt x="0" y="1678896"/>
                  <a:pt x="60024" y="1436622"/>
                  <a:pt x="178275" y="1204061"/>
                </a:cubicBezTo>
                <a:cubicBezTo>
                  <a:pt x="293990" y="976561"/>
                  <a:pt x="459425" y="768319"/>
                  <a:pt x="669921" y="585306"/>
                </a:cubicBezTo>
                <a:cubicBezTo>
                  <a:pt x="876818" y="405365"/>
                  <a:pt x="1122558" y="256964"/>
                  <a:pt x="1380730" y="156203"/>
                </a:cubicBezTo>
                <a:cubicBezTo>
                  <a:pt x="1645852" y="52539"/>
                  <a:pt x="1915145" y="0"/>
                  <a:pt x="2180840" y="0"/>
                </a:cubicBezTo>
                <a:close/>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77E517A6-9034-1BD6-2E4D-B1506EE0D1E7}"/>
              </a:ext>
            </a:extLst>
          </p:cNvPr>
          <p:cNvSpPr>
            <a:spLocks noGrp="1"/>
          </p:cNvSpPr>
          <p:nvPr>
            <p:ph type="title"/>
          </p:nvPr>
        </p:nvSpPr>
        <p:spPr>
          <a:xfrm>
            <a:off x="798728" y="1664257"/>
            <a:ext cx="4781002" cy="2186393"/>
          </a:xfrm>
        </p:spPr>
        <p:txBody>
          <a:bodyPr vert="horz" lIns="109728" tIns="109728" rIns="109728" bIns="91440" rtlCol="0" anchor="b">
            <a:normAutofit/>
          </a:bodyPr>
          <a:lstStyle/>
          <a:p>
            <a:pPr algn="ctr">
              <a:lnSpc>
                <a:spcPct val="110000"/>
              </a:lnSpc>
            </a:pPr>
            <a:r>
              <a:rPr lang="en-US" sz="2800">
                <a:solidFill>
                  <a:schemeClr val="bg1"/>
                </a:solidFill>
              </a:rPr>
              <a:t>What is unsupervised</a:t>
            </a:r>
            <a:br>
              <a:rPr lang="en-US" sz="2800">
                <a:solidFill>
                  <a:schemeClr val="bg1"/>
                </a:solidFill>
              </a:rPr>
            </a:br>
            <a:r>
              <a:rPr lang="en-US" sz="2800">
                <a:solidFill>
                  <a:schemeClr val="bg1"/>
                </a:solidFill>
              </a:rPr>
              <a:t> machine learning?</a:t>
            </a:r>
          </a:p>
        </p:txBody>
      </p:sp>
      <p:sp>
        <p:nvSpPr>
          <p:cNvPr id="3" name="Content Placeholder 2">
            <a:extLst>
              <a:ext uri="{FF2B5EF4-FFF2-40B4-BE49-F238E27FC236}">
                <a16:creationId xmlns:a16="http://schemas.microsoft.com/office/drawing/2014/main" id="{B4369E17-FC40-8921-CBC3-01FDA9288828}"/>
              </a:ext>
            </a:extLst>
          </p:cNvPr>
          <p:cNvSpPr>
            <a:spLocks noGrp="1"/>
          </p:cNvSpPr>
          <p:nvPr>
            <p:ph idx="1"/>
          </p:nvPr>
        </p:nvSpPr>
        <p:spPr>
          <a:xfrm>
            <a:off x="1488337" y="3987572"/>
            <a:ext cx="3247403" cy="678633"/>
          </a:xfrm>
        </p:spPr>
        <p:txBody>
          <a:bodyPr vert="horz" lIns="109728" tIns="109728" rIns="109728" bIns="91440" rtlCol="0" anchor="t">
            <a:normAutofit fontScale="92500" lnSpcReduction="20000"/>
          </a:bodyPr>
          <a:lstStyle/>
          <a:p>
            <a:pPr algn="ctr">
              <a:lnSpc>
                <a:spcPct val="120000"/>
              </a:lnSpc>
            </a:pPr>
            <a:r>
              <a:rPr lang="en-US" sz="1600">
                <a:solidFill>
                  <a:schemeClr val="bg1"/>
                </a:solidFill>
              </a:rPr>
              <a:t>Finding patterns in data without labels.</a:t>
            </a:r>
          </a:p>
        </p:txBody>
      </p:sp>
    </p:spTree>
    <p:extLst>
      <p:ext uri="{BB962C8B-B14F-4D97-AF65-F5344CB8AC3E}">
        <p14:creationId xmlns:p14="http://schemas.microsoft.com/office/powerpoint/2010/main" val="1523467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405FD-34B8-32C3-7901-8F4B13E1430F}"/>
              </a:ext>
            </a:extLst>
          </p:cNvPr>
          <p:cNvSpPr>
            <a:spLocks noGrp="1"/>
          </p:cNvSpPr>
          <p:nvPr>
            <p:ph type="title"/>
          </p:nvPr>
        </p:nvSpPr>
        <p:spPr/>
        <p:txBody>
          <a:bodyPr/>
          <a:lstStyle/>
          <a:p>
            <a:r>
              <a:rPr lang="en-US" dirty="0">
                <a:ea typeface="Meiryo"/>
              </a:rPr>
              <a:t>Clustering</a:t>
            </a:r>
            <a:endParaRPr lang="en-US" dirty="0"/>
          </a:p>
        </p:txBody>
      </p:sp>
      <p:sp>
        <p:nvSpPr>
          <p:cNvPr id="3" name="Content Placeholder 2">
            <a:extLst>
              <a:ext uri="{FF2B5EF4-FFF2-40B4-BE49-F238E27FC236}">
                <a16:creationId xmlns:a16="http://schemas.microsoft.com/office/drawing/2014/main" id="{B6F89AC4-33A8-9CB4-A3E7-60435F52A9F7}"/>
              </a:ext>
            </a:extLst>
          </p:cNvPr>
          <p:cNvSpPr>
            <a:spLocks noGrp="1"/>
          </p:cNvSpPr>
          <p:nvPr>
            <p:ph idx="1"/>
          </p:nvPr>
        </p:nvSpPr>
        <p:spPr/>
        <p:txBody>
          <a:bodyPr vert="horz" lIns="109728" tIns="109728" rIns="109728" bIns="91440" rtlCol="0" anchor="t">
            <a:normAutofit/>
          </a:bodyPr>
          <a:lstStyle/>
          <a:p>
            <a:pPr marL="285750" indent="-285750">
              <a:buFont typeface="Arial" panose="020B0503020204020204" pitchFamily="34" charset="0"/>
              <a:buChar char="•"/>
            </a:pPr>
            <a:r>
              <a:rPr lang="en-US" sz="2000" dirty="0">
                <a:ea typeface="+mn-lt"/>
                <a:cs typeface="+mn-lt"/>
              </a:rPr>
              <a:t>Clustering is a machine learning task where it looks to find objects that resemble one another and group these into groups called clusters.</a:t>
            </a:r>
          </a:p>
          <a:p>
            <a:pPr marL="285750" indent="-285750">
              <a:buFont typeface="Arial" panose="020B0503020204020204" pitchFamily="34" charset="0"/>
              <a:buChar char="•"/>
            </a:pPr>
            <a:r>
              <a:rPr lang="en-US" sz="2000" dirty="0">
                <a:ea typeface="+mn-lt"/>
                <a:cs typeface="+mn-lt"/>
              </a:rPr>
              <a:t>Clustering algorithms are used to process raw, unclassified data objects into groups represented by structures or patterns in the information.</a:t>
            </a:r>
            <a:endParaRPr lang="en-US" sz="2000">
              <a:ea typeface="Meiryo"/>
            </a:endParaRPr>
          </a:p>
        </p:txBody>
      </p:sp>
    </p:spTree>
    <p:extLst>
      <p:ext uri="{BB962C8B-B14F-4D97-AF65-F5344CB8AC3E}">
        <p14:creationId xmlns:p14="http://schemas.microsoft.com/office/powerpoint/2010/main" val="814771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51A08AC-F796-409C-AD97-8B476289EC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grpSp>
        <p:nvGrpSpPr>
          <p:cNvPr id="21" name="Group 20">
            <a:extLst>
              <a:ext uri="{FF2B5EF4-FFF2-40B4-BE49-F238E27FC236}">
                <a16:creationId xmlns:a16="http://schemas.microsoft.com/office/drawing/2014/main" id="{1E1B312B-4E9A-405C-9CE8-10325438035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0"/>
            <a:ext cx="10853745" cy="6858000"/>
            <a:chOff x="-1" y="0"/>
            <a:chExt cx="10934058" cy="6858000"/>
          </a:xfrm>
        </p:grpSpPr>
        <p:sp>
          <p:nvSpPr>
            <p:cNvPr id="22" name="Freeform: Shape 21">
              <a:extLst>
                <a:ext uri="{FF2B5EF4-FFF2-40B4-BE49-F238E27FC236}">
                  <a16:creationId xmlns:a16="http://schemas.microsoft.com/office/drawing/2014/main" id="{027ED404-4912-4C80-B5EB-98E67EB26A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0"/>
              <a:ext cx="10515600" cy="6858000"/>
            </a:xfrm>
            <a:custGeom>
              <a:avLst/>
              <a:gdLst>
                <a:gd name="connsiteX0" fmla="*/ 0 w 10515600"/>
                <a:gd name="connsiteY0" fmla="*/ 0 h 6858000"/>
                <a:gd name="connsiteX1" fmla="*/ 3039549 w 10515600"/>
                <a:gd name="connsiteY1" fmla="*/ 0 h 6858000"/>
                <a:gd name="connsiteX2" fmla="*/ 3387573 w 10515600"/>
                <a:gd name="connsiteY2" fmla="*/ 0 h 6858000"/>
                <a:gd name="connsiteX3" fmla="*/ 3678072 w 10515600"/>
                <a:gd name="connsiteY3" fmla="*/ 0 h 6858000"/>
                <a:gd name="connsiteX4" fmla="*/ 3721524 w 10515600"/>
                <a:gd name="connsiteY4" fmla="*/ 0 h 6858000"/>
                <a:gd name="connsiteX5" fmla="*/ 4595394 w 10515600"/>
                <a:gd name="connsiteY5" fmla="*/ 0 h 6858000"/>
                <a:gd name="connsiteX6" fmla="*/ 4607603 w 10515600"/>
                <a:gd name="connsiteY6" fmla="*/ 0 h 6858000"/>
                <a:gd name="connsiteX7" fmla="*/ 4733044 w 10515600"/>
                <a:gd name="connsiteY7" fmla="*/ 0 h 6858000"/>
                <a:gd name="connsiteX8" fmla="*/ 6226185 w 10515600"/>
                <a:gd name="connsiteY8" fmla="*/ 0 h 6858000"/>
                <a:gd name="connsiteX9" fmla="*/ 8892577 w 10515600"/>
                <a:gd name="connsiteY9" fmla="*/ 0 h 6858000"/>
                <a:gd name="connsiteX10" fmla="*/ 8914701 w 10515600"/>
                <a:gd name="connsiteY10" fmla="*/ 14997 h 6858000"/>
                <a:gd name="connsiteX11" fmla="*/ 10515600 w 10515600"/>
                <a:gd name="connsiteY11" fmla="*/ 3621656 h 6858000"/>
                <a:gd name="connsiteX12" fmla="*/ 8641250 w 10515600"/>
                <a:gd name="connsiteY12" fmla="*/ 6374814 h 6858000"/>
                <a:gd name="connsiteX13" fmla="*/ 8124602 w 10515600"/>
                <a:gd name="connsiteY13" fmla="*/ 6780599 h 6858000"/>
                <a:gd name="connsiteX14" fmla="*/ 8012846 w 10515600"/>
                <a:gd name="connsiteY14" fmla="*/ 6858000 h 6858000"/>
                <a:gd name="connsiteX15" fmla="*/ 6226185 w 10515600"/>
                <a:gd name="connsiteY15" fmla="*/ 6858000 h 6858000"/>
                <a:gd name="connsiteX16" fmla="*/ 4607603 w 10515600"/>
                <a:gd name="connsiteY16" fmla="*/ 6858000 h 6858000"/>
                <a:gd name="connsiteX17" fmla="*/ 4595394 w 10515600"/>
                <a:gd name="connsiteY17" fmla="*/ 6858000 h 6858000"/>
                <a:gd name="connsiteX18" fmla="*/ 4424650 w 10515600"/>
                <a:gd name="connsiteY18" fmla="*/ 6858000 h 6858000"/>
                <a:gd name="connsiteX19" fmla="*/ 3721524 w 10515600"/>
                <a:gd name="connsiteY19" fmla="*/ 6858000 h 6858000"/>
                <a:gd name="connsiteX20" fmla="*/ 3678072 w 10515600"/>
                <a:gd name="connsiteY20" fmla="*/ 6858000 h 6858000"/>
                <a:gd name="connsiteX21" fmla="*/ 3387573 w 10515600"/>
                <a:gd name="connsiteY21" fmla="*/ 6858000 h 6858000"/>
                <a:gd name="connsiteX22" fmla="*/ 3039549 w 10515600"/>
                <a:gd name="connsiteY22" fmla="*/ 6858000 h 6858000"/>
                <a:gd name="connsiteX23" fmla="*/ 0 w 105156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0515600" h="6858000">
                  <a:moveTo>
                    <a:pt x="0" y="0"/>
                  </a:moveTo>
                  <a:lnTo>
                    <a:pt x="3039549" y="0"/>
                  </a:lnTo>
                  <a:lnTo>
                    <a:pt x="3387573" y="0"/>
                  </a:lnTo>
                  <a:lnTo>
                    <a:pt x="3678072" y="0"/>
                  </a:lnTo>
                  <a:lnTo>
                    <a:pt x="3721524" y="0"/>
                  </a:lnTo>
                  <a:lnTo>
                    <a:pt x="4595394" y="0"/>
                  </a:lnTo>
                  <a:lnTo>
                    <a:pt x="4607603" y="0"/>
                  </a:lnTo>
                  <a:lnTo>
                    <a:pt x="4733044" y="0"/>
                  </a:lnTo>
                  <a:lnTo>
                    <a:pt x="6226185" y="0"/>
                  </a:lnTo>
                  <a:lnTo>
                    <a:pt x="8892577" y="0"/>
                  </a:lnTo>
                  <a:lnTo>
                    <a:pt x="8914701" y="14997"/>
                  </a:lnTo>
                  <a:cubicBezTo>
                    <a:pt x="9941864" y="754641"/>
                    <a:pt x="10515600" y="2093192"/>
                    <a:pt x="10515600" y="3621656"/>
                  </a:cubicBezTo>
                  <a:cubicBezTo>
                    <a:pt x="10515600" y="4969131"/>
                    <a:pt x="9586875" y="5602839"/>
                    <a:pt x="8641250" y="6374814"/>
                  </a:cubicBezTo>
                  <a:cubicBezTo>
                    <a:pt x="8469047" y="6515397"/>
                    <a:pt x="8298420" y="6653108"/>
                    <a:pt x="8124602" y="6780599"/>
                  </a:cubicBezTo>
                  <a:lnTo>
                    <a:pt x="8012846" y="6858000"/>
                  </a:lnTo>
                  <a:lnTo>
                    <a:pt x="6226185" y="6858000"/>
                  </a:lnTo>
                  <a:lnTo>
                    <a:pt x="4607603" y="6858000"/>
                  </a:lnTo>
                  <a:lnTo>
                    <a:pt x="4595394" y="6858000"/>
                  </a:lnTo>
                  <a:lnTo>
                    <a:pt x="4424650" y="6858000"/>
                  </a:lnTo>
                  <a:lnTo>
                    <a:pt x="3721524" y="6858000"/>
                  </a:lnTo>
                  <a:lnTo>
                    <a:pt x="3678072" y="6858000"/>
                  </a:lnTo>
                  <a:lnTo>
                    <a:pt x="3387573" y="6858000"/>
                  </a:lnTo>
                  <a:lnTo>
                    <a:pt x="3039549" y="6858000"/>
                  </a:lnTo>
                  <a:lnTo>
                    <a:pt x="0" y="6858000"/>
                  </a:ln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22">
              <a:extLst>
                <a:ext uri="{FF2B5EF4-FFF2-40B4-BE49-F238E27FC236}">
                  <a16:creationId xmlns:a16="http://schemas.microsoft.com/office/drawing/2014/main" id="{4E58012C-4DA3-4ED3-9500-41F9AF60B1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0433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4" name="Freeform: Shape 23">
              <a:extLst>
                <a:ext uri="{FF2B5EF4-FFF2-40B4-BE49-F238E27FC236}">
                  <a16:creationId xmlns:a16="http://schemas.microsoft.com/office/drawing/2014/main" id="{59AC73F7-22BD-4C46-B368-3F03B8478F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18432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5" name="Freeform: Shape 24">
              <a:extLst>
                <a:ext uri="{FF2B5EF4-FFF2-40B4-BE49-F238E27FC236}">
                  <a16:creationId xmlns:a16="http://schemas.microsoft.com/office/drawing/2014/main" id="{95C99F96-8984-456F-BD66-5C019A651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5308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095D4181-F030-3E1F-891A-5788E83FC0F6}"/>
              </a:ext>
            </a:extLst>
          </p:cNvPr>
          <p:cNvSpPr>
            <a:spLocks noGrp="1"/>
          </p:cNvSpPr>
          <p:nvPr>
            <p:ph type="title"/>
          </p:nvPr>
        </p:nvSpPr>
        <p:spPr>
          <a:xfrm>
            <a:off x="1920875" y="442913"/>
            <a:ext cx="6857365" cy="1344612"/>
          </a:xfrm>
        </p:spPr>
        <p:txBody>
          <a:bodyPr anchor="b">
            <a:normAutofit/>
          </a:bodyPr>
          <a:lstStyle/>
          <a:p>
            <a:r>
              <a:rPr lang="en-US" dirty="0">
                <a:ea typeface="Meiryo"/>
              </a:rPr>
              <a:t>K-Means Clustering</a:t>
            </a:r>
            <a:endParaRPr lang="en-US" dirty="0"/>
          </a:p>
        </p:txBody>
      </p:sp>
      <p:sp>
        <p:nvSpPr>
          <p:cNvPr id="3" name="Content Placeholder 2">
            <a:extLst>
              <a:ext uri="{FF2B5EF4-FFF2-40B4-BE49-F238E27FC236}">
                <a16:creationId xmlns:a16="http://schemas.microsoft.com/office/drawing/2014/main" id="{FCBF931C-6057-7667-8096-FB1C7FE3F135}"/>
              </a:ext>
            </a:extLst>
          </p:cNvPr>
          <p:cNvSpPr>
            <a:spLocks noGrp="1"/>
          </p:cNvSpPr>
          <p:nvPr>
            <p:ph idx="1"/>
          </p:nvPr>
        </p:nvSpPr>
        <p:spPr>
          <a:xfrm>
            <a:off x="1920875" y="2312988"/>
            <a:ext cx="6857365" cy="3651250"/>
          </a:xfrm>
        </p:spPr>
        <p:txBody>
          <a:bodyPr vert="horz" lIns="109728" tIns="109728" rIns="109728" bIns="91440" rtlCol="0">
            <a:normAutofit/>
          </a:bodyPr>
          <a:lstStyle/>
          <a:p>
            <a:pPr marL="285750" indent="-285750">
              <a:buFont typeface="Arial"/>
              <a:buChar char="•"/>
            </a:pPr>
            <a:r>
              <a:rPr lang="en-US" dirty="0">
                <a:ea typeface="+mn-lt"/>
                <a:cs typeface="+mn-lt"/>
              </a:rPr>
              <a:t>Silhouette scoring: evaluate the quality of clusters created using clustering algorithms </a:t>
            </a:r>
            <a:endParaRPr lang="en-US" dirty="0"/>
          </a:p>
          <a:p>
            <a:pPr marL="285750" indent="-285750">
              <a:buFont typeface="Arial"/>
              <a:buChar char="•"/>
            </a:pPr>
            <a:r>
              <a:rPr lang="en-US" dirty="0">
                <a:ea typeface="+mn-lt"/>
                <a:cs typeface="+mn-lt"/>
              </a:rPr>
              <a:t>Elbow method:  a heuristic used in </a:t>
            </a:r>
            <a:r>
              <a:rPr lang="en-US" b="1" dirty="0">
                <a:ea typeface="+mn-lt"/>
                <a:cs typeface="+mn-lt"/>
              </a:rPr>
              <a:t>determining the number of clusters in a data set</a:t>
            </a:r>
            <a:endParaRPr lang="en-US" dirty="0"/>
          </a:p>
          <a:p>
            <a:pPr marL="285750" indent="-285750">
              <a:buFont typeface="Arial"/>
              <a:buChar char="•"/>
            </a:pPr>
            <a:r>
              <a:rPr lang="en-US" dirty="0">
                <a:ea typeface="+mn-lt"/>
                <a:cs typeface="+mn-lt"/>
              </a:rPr>
              <a:t>Inertia: a measure of how internally coherent clusters are</a:t>
            </a:r>
          </a:p>
          <a:p>
            <a:pPr marL="285750" indent="-285750">
              <a:buFont typeface="Arial"/>
              <a:buChar char="•"/>
            </a:pPr>
            <a:r>
              <a:rPr lang="en-US" dirty="0">
                <a:ea typeface="+mn-lt"/>
                <a:cs typeface="+mn-lt"/>
              </a:rPr>
              <a:t>Variance: the average of the squared differences from the Mean</a:t>
            </a:r>
          </a:p>
          <a:p>
            <a:endParaRPr lang="en-US" dirty="0">
              <a:ea typeface="Meiryo"/>
            </a:endParaRPr>
          </a:p>
        </p:txBody>
      </p:sp>
    </p:spTree>
    <p:extLst>
      <p:ext uri="{BB962C8B-B14F-4D97-AF65-F5344CB8AC3E}">
        <p14:creationId xmlns:p14="http://schemas.microsoft.com/office/powerpoint/2010/main" val="12562664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9B0F7D69-D93C-4C38-A23D-76E000D691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6422" cy="6858000"/>
          </a:xfrm>
          <a:custGeom>
            <a:avLst/>
            <a:gdLst/>
            <a:ahLst/>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8CD419D4-EA9D-42D9-BF62-B07F0B7B67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5409" y="0"/>
            <a:ext cx="2529723" cy="6858000"/>
          </a:xfrm>
          <a:custGeom>
            <a:avLst/>
            <a:gdLst/>
            <a:ahLst/>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1" name="Freeform: Shape 10">
            <a:extLst>
              <a:ext uri="{FF2B5EF4-FFF2-40B4-BE49-F238E27FC236}">
                <a16:creationId xmlns:a16="http://schemas.microsoft.com/office/drawing/2014/main" id="{1C6FEC9B-9608-4181-A9E5-A1B80E720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55402" y="0"/>
            <a:ext cx="2536434" cy="6858000"/>
          </a:xfrm>
          <a:custGeom>
            <a:avLst/>
            <a:gdLst/>
            <a:ahLst/>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3" name="Freeform: Shape 12">
            <a:extLst>
              <a:ext uri="{FF2B5EF4-FFF2-40B4-BE49-F238E27FC236}">
                <a16:creationId xmlns:a16="http://schemas.microsoft.com/office/drawing/2014/main" id="{AB1564ED-F26F-451D-97D6-A6EC3E83FD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4161" y="0"/>
            <a:ext cx="2261351" cy="6858000"/>
          </a:xfrm>
          <a:custGeom>
            <a:avLst/>
            <a:gdLst/>
            <a:ahLst/>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5" name="Freeform: Shape 14">
            <a:extLst>
              <a:ext uri="{FF2B5EF4-FFF2-40B4-BE49-F238E27FC236}">
                <a16:creationId xmlns:a16="http://schemas.microsoft.com/office/drawing/2014/main" id="{AF50A80E-5DCB-4320-9947-73BF2D6F05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0" y="0"/>
            <a:ext cx="3496422" cy="6858000"/>
          </a:xfrm>
          <a:custGeom>
            <a:avLst/>
            <a:gdLst/>
            <a:ahLst/>
            <a:cxnLst/>
            <a:rect l="l" t="t" r="r" b="b"/>
            <a:pathLst>
              <a:path w="3496422" h="6858000">
                <a:moveTo>
                  <a:pt x="0" y="0"/>
                </a:moveTo>
                <a:lnTo>
                  <a:pt x="1873399" y="0"/>
                </a:lnTo>
                <a:lnTo>
                  <a:pt x="1895523" y="14997"/>
                </a:lnTo>
                <a:cubicBezTo>
                  <a:pt x="2922686" y="754641"/>
                  <a:pt x="3496422" y="2093192"/>
                  <a:pt x="3496422" y="3621656"/>
                </a:cubicBezTo>
                <a:cubicBezTo>
                  <a:pt x="3496422" y="4969131"/>
                  <a:pt x="2567697" y="5602839"/>
                  <a:pt x="1622072" y="6374814"/>
                </a:cubicBezTo>
                <a:cubicBezTo>
                  <a:pt x="1449869" y="6515397"/>
                  <a:pt x="1279242" y="6653108"/>
                  <a:pt x="1105424" y="6780599"/>
                </a:cubicBezTo>
                <a:lnTo>
                  <a:pt x="993668" y="6858000"/>
                </a:lnTo>
                <a:lnTo>
                  <a:pt x="0" y="6858000"/>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4E9C9717-43F9-44EA-9215-3F2D15B1C7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1375409" y="0"/>
            <a:ext cx="2529723" cy="6858000"/>
          </a:xfrm>
          <a:custGeom>
            <a:avLst/>
            <a:gdLst/>
            <a:ahLst/>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19" name="Freeform: Shape 18">
            <a:extLst>
              <a:ext uri="{FF2B5EF4-FFF2-40B4-BE49-F238E27FC236}">
                <a16:creationId xmlns:a16="http://schemas.microsoft.com/office/drawing/2014/main" id="{E66004D1-3DCE-405F-9046-6DE912409E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1155402" y="0"/>
            <a:ext cx="2536434" cy="6858000"/>
          </a:xfrm>
          <a:custGeom>
            <a:avLst/>
            <a:gdLst/>
            <a:ahLst/>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1" name="Freeform: Shape 20">
            <a:extLst>
              <a:ext uri="{FF2B5EF4-FFF2-40B4-BE49-F238E27FC236}">
                <a16:creationId xmlns:a16="http://schemas.microsoft.com/office/drawing/2014/main" id="{D1319957-918B-4BBC-B357-957813808C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userDrawn="1">
            <p:extLst>
              <p:ext uri="{386F3935-93C4-4BCD-93E2-E3B085C9AB24}">
                <p16:designElem xmlns:p16="http://schemas.microsoft.com/office/powerpoint/2015/main" val="1"/>
              </p:ext>
            </p:extLst>
          </p:nvPr>
        </p:nvSpPr>
        <p:spPr>
          <a:xfrm>
            <a:off x="924161" y="0"/>
            <a:ext cx="2261351" cy="6858000"/>
          </a:xfrm>
          <a:custGeom>
            <a:avLst/>
            <a:gdLst/>
            <a:ahLst/>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useBgFill="1">
        <p:nvSpPr>
          <p:cNvPr id="23" name="Rectangle 22">
            <a:extLst>
              <a:ext uri="{FF2B5EF4-FFF2-40B4-BE49-F238E27FC236}">
                <a16:creationId xmlns:a16="http://schemas.microsoft.com/office/drawing/2014/main" id="{0DBF1ABE-8590-450D-BB49-BDDCCF3EE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nvGrpSpPr>
          <p:cNvPr id="25" name="Group 24">
            <a:extLst>
              <a:ext uri="{FF2B5EF4-FFF2-40B4-BE49-F238E27FC236}">
                <a16:creationId xmlns:a16="http://schemas.microsoft.com/office/drawing/2014/main" id="{54E5F18F-9D70-4BE5-8A38-603463EE84A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47626" y="0"/>
            <a:ext cx="10678291" cy="6858000"/>
            <a:chOff x="547626" y="0"/>
            <a:chExt cx="10678291" cy="6858000"/>
          </a:xfrm>
        </p:grpSpPr>
        <p:sp>
          <p:nvSpPr>
            <p:cNvPr id="26" name="Freeform: Shape 25">
              <a:extLst>
                <a:ext uri="{FF2B5EF4-FFF2-40B4-BE49-F238E27FC236}">
                  <a16:creationId xmlns:a16="http://schemas.microsoft.com/office/drawing/2014/main" id="{391F8D69-709A-4575-A393-B4C26481AF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966083" y="0"/>
              <a:ext cx="9841377" cy="6858000"/>
            </a:xfrm>
            <a:custGeom>
              <a:avLst/>
              <a:gdLst>
                <a:gd name="connsiteX0" fmla="*/ 8218354 w 9841377"/>
                <a:gd name="connsiteY0" fmla="*/ 0 h 6858000"/>
                <a:gd name="connsiteX1" fmla="*/ 5551962 w 9841377"/>
                <a:gd name="connsiteY1" fmla="*/ 0 h 6858000"/>
                <a:gd name="connsiteX2" fmla="*/ 5482342 w 9841377"/>
                <a:gd name="connsiteY2" fmla="*/ 0 h 6858000"/>
                <a:gd name="connsiteX3" fmla="*/ 4359035 w 9841377"/>
                <a:gd name="connsiteY3" fmla="*/ 0 h 6858000"/>
                <a:gd name="connsiteX4" fmla="*/ 4289415 w 9841377"/>
                <a:gd name="connsiteY4" fmla="*/ 0 h 6858000"/>
                <a:gd name="connsiteX5" fmla="*/ 1623023 w 9841377"/>
                <a:gd name="connsiteY5" fmla="*/ 0 h 6858000"/>
                <a:gd name="connsiteX6" fmla="*/ 1600899 w 9841377"/>
                <a:gd name="connsiteY6" fmla="*/ 14997 h 6858000"/>
                <a:gd name="connsiteX7" fmla="*/ 0 w 9841377"/>
                <a:gd name="connsiteY7" fmla="*/ 3621656 h 6858000"/>
                <a:gd name="connsiteX8" fmla="*/ 1874350 w 9841377"/>
                <a:gd name="connsiteY8" fmla="*/ 6374814 h 6858000"/>
                <a:gd name="connsiteX9" fmla="*/ 2390998 w 9841377"/>
                <a:gd name="connsiteY9" fmla="*/ 6780599 h 6858000"/>
                <a:gd name="connsiteX10" fmla="*/ 2502754 w 9841377"/>
                <a:gd name="connsiteY10" fmla="*/ 6858000 h 6858000"/>
                <a:gd name="connsiteX11" fmla="*/ 4289415 w 9841377"/>
                <a:gd name="connsiteY11" fmla="*/ 6858000 h 6858000"/>
                <a:gd name="connsiteX12" fmla="*/ 4359035 w 9841377"/>
                <a:gd name="connsiteY12" fmla="*/ 6858000 h 6858000"/>
                <a:gd name="connsiteX13" fmla="*/ 5482342 w 9841377"/>
                <a:gd name="connsiteY13" fmla="*/ 6858000 h 6858000"/>
                <a:gd name="connsiteX14" fmla="*/ 5551962 w 9841377"/>
                <a:gd name="connsiteY14" fmla="*/ 6858000 h 6858000"/>
                <a:gd name="connsiteX15" fmla="*/ 7338623 w 9841377"/>
                <a:gd name="connsiteY15" fmla="*/ 6858000 h 6858000"/>
                <a:gd name="connsiteX16" fmla="*/ 7450379 w 9841377"/>
                <a:gd name="connsiteY16" fmla="*/ 6780599 h 6858000"/>
                <a:gd name="connsiteX17" fmla="*/ 7967027 w 9841377"/>
                <a:gd name="connsiteY17" fmla="*/ 6374814 h 6858000"/>
                <a:gd name="connsiteX18" fmla="*/ 9841377 w 9841377"/>
                <a:gd name="connsiteY18" fmla="*/ 3621656 h 6858000"/>
                <a:gd name="connsiteX19" fmla="*/ 8240478 w 9841377"/>
                <a:gd name="connsiteY19"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841377" h="6858000">
                  <a:moveTo>
                    <a:pt x="8218354" y="0"/>
                  </a:moveTo>
                  <a:lnTo>
                    <a:pt x="5551962" y="0"/>
                  </a:lnTo>
                  <a:lnTo>
                    <a:pt x="5482342" y="0"/>
                  </a:lnTo>
                  <a:lnTo>
                    <a:pt x="4359035" y="0"/>
                  </a:lnTo>
                  <a:lnTo>
                    <a:pt x="4289415" y="0"/>
                  </a:lnTo>
                  <a:lnTo>
                    <a:pt x="1623023" y="0"/>
                  </a:lnTo>
                  <a:lnTo>
                    <a:pt x="1600899" y="14997"/>
                  </a:lnTo>
                  <a:cubicBezTo>
                    <a:pt x="573736" y="754641"/>
                    <a:pt x="0" y="2093192"/>
                    <a:pt x="0" y="3621656"/>
                  </a:cubicBezTo>
                  <a:cubicBezTo>
                    <a:pt x="0" y="4969131"/>
                    <a:pt x="928725" y="5602839"/>
                    <a:pt x="1874350" y="6374814"/>
                  </a:cubicBezTo>
                  <a:cubicBezTo>
                    <a:pt x="2046553" y="6515397"/>
                    <a:pt x="2217180" y="6653108"/>
                    <a:pt x="2390998" y="6780599"/>
                  </a:cubicBezTo>
                  <a:lnTo>
                    <a:pt x="2502754" y="6858000"/>
                  </a:lnTo>
                  <a:lnTo>
                    <a:pt x="4289415" y="6858000"/>
                  </a:lnTo>
                  <a:lnTo>
                    <a:pt x="4359035" y="6858000"/>
                  </a:lnTo>
                  <a:lnTo>
                    <a:pt x="5482342" y="6858000"/>
                  </a:lnTo>
                  <a:lnTo>
                    <a:pt x="5551962" y="6858000"/>
                  </a:lnTo>
                  <a:lnTo>
                    <a:pt x="7338623" y="6858000"/>
                  </a:lnTo>
                  <a:lnTo>
                    <a:pt x="7450379" y="6780599"/>
                  </a:lnTo>
                  <a:cubicBezTo>
                    <a:pt x="7624197" y="6653108"/>
                    <a:pt x="7794824" y="6515397"/>
                    <a:pt x="7967027" y="6374814"/>
                  </a:cubicBezTo>
                  <a:cubicBezTo>
                    <a:pt x="8912652" y="5602839"/>
                    <a:pt x="9841377" y="4969131"/>
                    <a:pt x="9841377" y="3621656"/>
                  </a:cubicBezTo>
                  <a:cubicBezTo>
                    <a:pt x="9841377" y="2093192"/>
                    <a:pt x="9267641" y="754641"/>
                    <a:pt x="8240478" y="14997"/>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7" name="Freeform: Shape 26">
              <a:extLst>
                <a:ext uri="{FF2B5EF4-FFF2-40B4-BE49-F238E27FC236}">
                  <a16:creationId xmlns:a16="http://schemas.microsoft.com/office/drawing/2014/main" id="{00981015-32A2-4B76-9F2E-0A8D6EC8EC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547626"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8" name="Freeform: Shape 27">
              <a:extLst>
                <a:ext uri="{FF2B5EF4-FFF2-40B4-BE49-F238E27FC236}">
                  <a16:creationId xmlns:a16="http://schemas.microsoft.com/office/drawing/2014/main" id="{D38532F4-8B67-47B7-B58A-5DD3E1BE52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760922"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29" name="Freeform: Shape 28">
              <a:extLst>
                <a:ext uri="{FF2B5EF4-FFF2-40B4-BE49-F238E27FC236}">
                  <a16:creationId xmlns:a16="http://schemas.microsoft.com/office/drawing/2014/main" id="{BC87DA9F-8DB2-4D48-8716-A928FBB8A5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126724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0" name="Freeform: Shape 29">
              <a:extLst>
                <a:ext uri="{FF2B5EF4-FFF2-40B4-BE49-F238E27FC236}">
                  <a16:creationId xmlns:a16="http://schemas.microsoft.com/office/drawing/2014/main" id="{195EA065-AC5D-431D-927E-87FF058848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96194" y="0"/>
              <a:ext cx="2529723" cy="6858000"/>
            </a:xfrm>
            <a:custGeom>
              <a:avLst/>
              <a:gdLst>
                <a:gd name="connsiteX0" fmla="*/ 1258269 w 2529723"/>
                <a:gd name="connsiteY0" fmla="*/ 0 h 6858000"/>
                <a:gd name="connsiteX1" fmla="*/ 1275627 w 2529723"/>
                <a:gd name="connsiteY1" fmla="*/ 0 h 6858000"/>
                <a:gd name="connsiteX2" fmla="*/ 1302560 w 2529723"/>
                <a:gd name="connsiteY2" fmla="*/ 24338 h 6858000"/>
                <a:gd name="connsiteX3" fmla="*/ 2522825 w 2529723"/>
                <a:gd name="connsiteY3" fmla="*/ 3678515 h 6858000"/>
                <a:gd name="connsiteX4" fmla="*/ 557500 w 2529723"/>
                <a:gd name="connsiteY4" fmla="*/ 6451411 h 6858000"/>
                <a:gd name="connsiteX5" fmla="*/ 32482 w 2529723"/>
                <a:gd name="connsiteY5" fmla="*/ 6849373 h 6858000"/>
                <a:gd name="connsiteX6" fmla="*/ 19531 w 2529723"/>
                <a:gd name="connsiteY6" fmla="*/ 6858000 h 6858000"/>
                <a:gd name="connsiteX7" fmla="*/ 0 w 2529723"/>
                <a:gd name="connsiteY7" fmla="*/ 6858000 h 6858000"/>
                <a:gd name="connsiteX8" fmla="*/ 14202 w 2529723"/>
                <a:gd name="connsiteY8" fmla="*/ 6848540 h 6858000"/>
                <a:gd name="connsiteX9" fmla="*/ 539221 w 2529723"/>
                <a:gd name="connsiteY9" fmla="*/ 6450578 h 6858000"/>
                <a:gd name="connsiteX10" fmla="*/ 2504546 w 2529723"/>
                <a:gd name="connsiteY10" fmla="*/ 3677682 h 6858000"/>
                <a:gd name="connsiteX11" fmla="*/ 1284280 w 2529723"/>
                <a:gd name="connsiteY11" fmla="*/ 235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9723" h="6858000">
                  <a:moveTo>
                    <a:pt x="1258269" y="0"/>
                  </a:moveTo>
                  <a:lnTo>
                    <a:pt x="1275627" y="0"/>
                  </a:lnTo>
                  <a:lnTo>
                    <a:pt x="1302560" y="24338"/>
                  </a:lnTo>
                  <a:cubicBezTo>
                    <a:pt x="2156831" y="855667"/>
                    <a:pt x="2590622" y="2191755"/>
                    <a:pt x="2522825" y="3678515"/>
                  </a:cubicBezTo>
                  <a:cubicBezTo>
                    <a:pt x="2459072" y="5076606"/>
                    <a:pt x="1519830" y="5692656"/>
                    <a:pt x="557500" y="6451411"/>
                  </a:cubicBezTo>
                  <a:cubicBezTo>
                    <a:pt x="382255" y="6589587"/>
                    <a:pt x="208689" y="6724853"/>
                    <a:pt x="32482" y="6849373"/>
                  </a:cubicBezTo>
                  <a:lnTo>
                    <a:pt x="19531" y="6858000"/>
                  </a:lnTo>
                  <a:lnTo>
                    <a:pt x="0" y="6858000"/>
                  </a:lnTo>
                  <a:lnTo>
                    <a:pt x="14202" y="6848540"/>
                  </a:lnTo>
                  <a:cubicBezTo>
                    <a:pt x="190409" y="6724020"/>
                    <a:pt x="363976" y="6588754"/>
                    <a:pt x="539221" y="6450578"/>
                  </a:cubicBezTo>
                  <a:cubicBezTo>
                    <a:pt x="1501550" y="5691822"/>
                    <a:pt x="2440792" y="5075773"/>
                    <a:pt x="2504546" y="3677682"/>
                  </a:cubicBezTo>
                  <a:cubicBezTo>
                    <a:pt x="2572343" y="2190921"/>
                    <a:pt x="2138551" y="854834"/>
                    <a:pt x="1284280" y="23504"/>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1" name="Freeform: Shape 30">
              <a:extLst>
                <a:ext uri="{FF2B5EF4-FFF2-40B4-BE49-F238E27FC236}">
                  <a16:creationId xmlns:a16="http://schemas.microsoft.com/office/drawing/2014/main" id="{6E37E2DD-C7FE-4D6C-8F1D-5031E96A7F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76187" y="0"/>
              <a:ext cx="2536434" cy="6858000"/>
            </a:xfrm>
            <a:custGeom>
              <a:avLst/>
              <a:gdLst>
                <a:gd name="connsiteX0" fmla="*/ 879731 w 2536434"/>
                <a:gd name="connsiteY0" fmla="*/ 0 h 6858000"/>
                <a:gd name="connsiteX1" fmla="*/ 913411 w 2536434"/>
                <a:gd name="connsiteY1" fmla="*/ 0 h 6858000"/>
                <a:gd name="connsiteX2" fmla="*/ 935535 w 2536434"/>
                <a:gd name="connsiteY2" fmla="*/ 14997 h 6858000"/>
                <a:gd name="connsiteX3" fmla="*/ 2536434 w 2536434"/>
                <a:gd name="connsiteY3" fmla="*/ 3621656 h 6858000"/>
                <a:gd name="connsiteX4" fmla="*/ 662084 w 2536434"/>
                <a:gd name="connsiteY4" fmla="*/ 6374814 h 6858000"/>
                <a:gd name="connsiteX5" fmla="*/ 145436 w 2536434"/>
                <a:gd name="connsiteY5" fmla="*/ 6780599 h 6858000"/>
                <a:gd name="connsiteX6" fmla="*/ 33680 w 2536434"/>
                <a:gd name="connsiteY6" fmla="*/ 6858000 h 6858000"/>
                <a:gd name="connsiteX7" fmla="*/ 0 w 2536434"/>
                <a:gd name="connsiteY7" fmla="*/ 6858000 h 6858000"/>
                <a:gd name="connsiteX8" fmla="*/ 111756 w 2536434"/>
                <a:gd name="connsiteY8" fmla="*/ 6780599 h 6858000"/>
                <a:gd name="connsiteX9" fmla="*/ 628404 w 2536434"/>
                <a:gd name="connsiteY9" fmla="*/ 6374814 h 6858000"/>
                <a:gd name="connsiteX10" fmla="*/ 2502754 w 2536434"/>
                <a:gd name="connsiteY10" fmla="*/ 3621656 h 6858000"/>
                <a:gd name="connsiteX11" fmla="*/ 901855 w 2536434"/>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36434" h="6858000">
                  <a:moveTo>
                    <a:pt x="879731" y="0"/>
                  </a:moveTo>
                  <a:lnTo>
                    <a:pt x="913411" y="0"/>
                  </a:lnTo>
                  <a:lnTo>
                    <a:pt x="935535" y="14997"/>
                  </a:lnTo>
                  <a:cubicBezTo>
                    <a:pt x="1962698" y="754641"/>
                    <a:pt x="2536434" y="2093192"/>
                    <a:pt x="2536434" y="3621656"/>
                  </a:cubicBezTo>
                  <a:cubicBezTo>
                    <a:pt x="2536434" y="4969131"/>
                    <a:pt x="1607709" y="5602839"/>
                    <a:pt x="662084" y="6374814"/>
                  </a:cubicBezTo>
                  <a:cubicBezTo>
                    <a:pt x="489881" y="6515397"/>
                    <a:pt x="319254" y="6653108"/>
                    <a:pt x="145436" y="6780599"/>
                  </a:cubicBezTo>
                  <a:lnTo>
                    <a:pt x="33680"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sp>
          <p:nvSpPr>
            <p:cNvPr id="32" name="Freeform: Shape 31">
              <a:extLst>
                <a:ext uri="{FF2B5EF4-FFF2-40B4-BE49-F238E27FC236}">
                  <a16:creationId xmlns:a16="http://schemas.microsoft.com/office/drawing/2014/main" id="{778B68BA-AB87-4EB5-97C2-F1F304E1932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44946" y="0"/>
              <a:ext cx="2261351"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Meiryo"/>
                <a:ea typeface="+mn-ea"/>
                <a:cs typeface="+mn-cs"/>
              </a:endParaRPr>
            </a:p>
          </p:txBody>
        </p:sp>
      </p:grpSp>
      <p:sp>
        <p:nvSpPr>
          <p:cNvPr id="2" name="Title 1">
            <a:extLst>
              <a:ext uri="{FF2B5EF4-FFF2-40B4-BE49-F238E27FC236}">
                <a16:creationId xmlns:a16="http://schemas.microsoft.com/office/drawing/2014/main" id="{FE03A2FB-BD11-B7BB-5987-E1CD481FB741}"/>
              </a:ext>
            </a:extLst>
          </p:cNvPr>
          <p:cNvSpPr>
            <a:spLocks noGrp="1"/>
          </p:cNvSpPr>
          <p:nvPr>
            <p:ph type="title"/>
          </p:nvPr>
        </p:nvSpPr>
        <p:spPr>
          <a:xfrm>
            <a:off x="2190750" y="1346268"/>
            <a:ext cx="7810500" cy="3125338"/>
          </a:xfrm>
        </p:spPr>
        <p:txBody>
          <a:bodyPr vert="horz" lIns="109728" tIns="109728" rIns="109728" bIns="91440" rtlCol="0" anchor="b">
            <a:normAutofit/>
          </a:bodyPr>
          <a:lstStyle/>
          <a:p>
            <a:pPr algn="ctr">
              <a:lnSpc>
                <a:spcPct val="120000"/>
              </a:lnSpc>
            </a:pPr>
            <a:r>
              <a:rPr lang="en-US" sz="7200">
                <a:solidFill>
                  <a:schemeClr val="tx1">
                    <a:lumMod val="85000"/>
                    <a:lumOff val="15000"/>
                  </a:schemeClr>
                </a:solidFill>
              </a:rPr>
              <a:t>Let's get coding!!! </a:t>
            </a:r>
          </a:p>
        </p:txBody>
      </p:sp>
    </p:spTree>
    <p:extLst>
      <p:ext uri="{BB962C8B-B14F-4D97-AF65-F5344CB8AC3E}">
        <p14:creationId xmlns:p14="http://schemas.microsoft.com/office/powerpoint/2010/main" val="1635659429"/>
      </p:ext>
    </p:extLst>
  </p:cSld>
  <p:clrMapOvr>
    <a:masterClrMapping/>
  </p:clrMapOvr>
</p:sld>
</file>

<file path=ppt/theme/theme1.xml><?xml version="1.0" encoding="utf-8"?>
<a:theme xmlns:a="http://schemas.openxmlformats.org/drawingml/2006/main" name="SketchLinesVTI">
  <a:themeElements>
    <a:clrScheme name="AnalogousFromRegularSeedRightStep">
      <a:dk1>
        <a:srgbClr val="000000"/>
      </a:dk1>
      <a:lt1>
        <a:srgbClr val="FFFFFF"/>
      </a:lt1>
      <a:dk2>
        <a:srgbClr val="313820"/>
      </a:dk2>
      <a:lt2>
        <a:srgbClr val="E2E7E8"/>
      </a:lt2>
      <a:accent1>
        <a:srgbClr val="E74429"/>
      </a:accent1>
      <a:accent2>
        <a:srgbClr val="D58117"/>
      </a:accent2>
      <a:accent3>
        <a:srgbClr val="AAA71E"/>
      </a:accent3>
      <a:accent4>
        <a:srgbClr val="75B414"/>
      </a:accent4>
      <a:accent5>
        <a:srgbClr val="3FBC21"/>
      </a:accent5>
      <a:accent6>
        <a:srgbClr val="14BB3A"/>
      </a:accent6>
      <a:hlink>
        <a:srgbClr val="348F9E"/>
      </a:hlink>
      <a:folHlink>
        <a:srgbClr val="7F7F7F"/>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LinesVTI" id="{8C0B0F05-C8D0-4078-9615-83E590287484}" vid="{43A7BC57-C1E3-4EE6-BDBC-5422DD574AF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f42aa342-8706-4288-bd11-ebb85995028c}" enabled="1" method="Standar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8</Slides>
  <Notes>4</Notes>
  <HiddenSlides>0</HiddenSlide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SketchLinesVTI</vt:lpstr>
      <vt:lpstr>Unsupervised  Machine Learning</vt:lpstr>
      <vt:lpstr>Requirements</vt:lpstr>
      <vt:lpstr>Recap: what is machine learning?</vt:lpstr>
      <vt:lpstr>Steps in Machine Learning</vt:lpstr>
      <vt:lpstr>What is unsupervised  machine learning?</vt:lpstr>
      <vt:lpstr>Clustering</vt:lpstr>
      <vt:lpstr>K-Means Clustering</vt:lpstr>
      <vt:lpstr>Let's get coding!!!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revision>55</cp:revision>
  <dcterms:created xsi:type="dcterms:W3CDTF">2022-04-18T11:06:31Z</dcterms:created>
  <dcterms:modified xsi:type="dcterms:W3CDTF">2022-04-27T11:57:35Z</dcterms:modified>
</cp:coreProperties>
</file>